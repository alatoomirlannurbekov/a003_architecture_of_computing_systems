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Poppins"/>
      <p:regular r:id="rId39"/>
      <p:bold r:id="rId40"/>
      <p:italic r:id="rId41"/>
      <p:boldItalic r:id="rId42"/>
    </p:embeddedFont>
    <p:embeddedFont>
      <p:font typeface="Instrument Sans"/>
      <p:regular r:id="rId43"/>
      <p:bold r:id="rId44"/>
      <p:italic r:id="rId45"/>
      <p:boldItalic r:id="rId46"/>
    </p:embeddedFont>
    <p:embeddedFont>
      <p:font typeface="Poppins Medium"/>
      <p:regular r:id="rId47"/>
      <p:bold r:id="rId48"/>
      <p:italic r:id="rId49"/>
      <p:boldItalic r:id="rId50"/>
    </p:embeddedFont>
    <p:embeddedFont>
      <p:font typeface="Poppins SemiBold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5" roundtripDataSignature="AMtx7mgCM+udsShKZoAus3tH6CXg4A3P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bold.fntdata"/><Relationship Id="rId42" Type="http://schemas.openxmlformats.org/officeDocument/2006/relationships/font" Target="fonts/Poppins-boldItalic.fntdata"/><Relationship Id="rId41" Type="http://schemas.openxmlformats.org/officeDocument/2006/relationships/font" Target="fonts/Poppins-italic.fntdata"/><Relationship Id="rId44" Type="http://schemas.openxmlformats.org/officeDocument/2006/relationships/font" Target="fonts/InstrumentSans-bold.fntdata"/><Relationship Id="rId43" Type="http://schemas.openxmlformats.org/officeDocument/2006/relationships/font" Target="fonts/InstrumentSans-regular.fntdata"/><Relationship Id="rId46" Type="http://schemas.openxmlformats.org/officeDocument/2006/relationships/font" Target="fonts/InstrumentSans-boldItalic.fntdata"/><Relationship Id="rId45" Type="http://schemas.openxmlformats.org/officeDocument/2006/relationships/font" Target="fonts/Instrument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oppinsMedium-bold.fntdata"/><Relationship Id="rId47" Type="http://schemas.openxmlformats.org/officeDocument/2006/relationships/font" Target="fonts/PoppinsMedium-regular.fntdata"/><Relationship Id="rId49" Type="http://schemas.openxmlformats.org/officeDocument/2006/relationships/font" Target="fonts/Poppins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Poppins-regular.fntdata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oppinsSemiBold-regular.fntdata"/><Relationship Id="rId50" Type="http://schemas.openxmlformats.org/officeDocument/2006/relationships/font" Target="fonts/PoppinsMedium-boldItalic.fntdata"/><Relationship Id="rId53" Type="http://schemas.openxmlformats.org/officeDocument/2006/relationships/font" Target="fonts/PoppinsSemiBold-italic.fntdata"/><Relationship Id="rId52" Type="http://schemas.openxmlformats.org/officeDocument/2006/relationships/font" Target="fonts/PoppinsSemiBold-bold.fntdata"/><Relationship Id="rId11" Type="http://schemas.openxmlformats.org/officeDocument/2006/relationships/slide" Target="slides/slide6.xml"/><Relationship Id="rId55" Type="http://customschemas.google.com/relationships/presentationmetadata" Target="metadata"/><Relationship Id="rId10" Type="http://schemas.openxmlformats.org/officeDocument/2006/relationships/slide" Target="slides/slide5.xml"/><Relationship Id="rId54" Type="http://schemas.openxmlformats.org/officeDocument/2006/relationships/font" Target="fonts/PoppinsSemi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a2fbfe97f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g3a2fbfe97f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aa56fc659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g3aa56fc659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aa56fc659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g3aa56fc659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aa56fc659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g3aa56fc659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aa56fc6594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g3aa56fc6594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aa56fc659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g3aa56fc659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aa56fc659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g3aa56fc659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aa56fc65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g3aa56fc65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aa56fc659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g3aa56fc659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aa56fc659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g3aa56fc659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aa56fc659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g3aa56fc659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aa56fc659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g3aa56fc659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aa56fc659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g3aa56fc659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aa56fc6594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" name="Google Shape;624;g3aa56fc659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aa56fc659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g3aa56fc659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aa56fc659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g3aa56fc659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aa56fc6594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g3aa56fc6594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aa56fc6594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g3aa56fc6594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abcb734a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g3abcb734a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aa56fc6594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g3aa56fc6594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aa56fc6594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8" name="Google Shape;678;g3aa56fc6594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aa56fc6594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" name="Google Shape;686;g3aa56fc6594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aa56fc6594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g3aa56fc6594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aa56fc6594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g3aa56fc6594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aa56fc6594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7" name="Google Shape;707;g3aa56fc6594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aa56fc6594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4" name="Google Shape;714;g3aa56fc6594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aa56fc6594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g3aa56fc6594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aa56fc6594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8" name="Google Shape;728;g3aa56fc6594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aa56fc6594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6" name="Google Shape;736;g3aa56fc6594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abcb734a7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" name="Google Shape;744;g3abcb734a7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abcb734a7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2" name="Google Shape;752;g3abcb734a7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aa56fc6594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1" name="Google Shape;761;g3aa56fc6594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2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7"/>
          <p:cNvPicPr preferRelativeResize="0"/>
          <p:nvPr/>
        </p:nvPicPr>
        <p:blipFill rotWithShape="1">
          <a:blip r:embed="rId2">
            <a:alphaModFix amt="70000"/>
          </a:blip>
          <a:srcRect b="0" l="1311" r="0" t="0"/>
          <a:stretch/>
        </p:blipFill>
        <p:spPr>
          <a:xfrm>
            <a:off x="0" y="0"/>
            <a:ext cx="902324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7"/>
          <p:cNvSpPr txBox="1"/>
          <p:nvPr>
            <p:ph type="title"/>
          </p:nvPr>
        </p:nvSpPr>
        <p:spPr>
          <a:xfrm>
            <a:off x="128875" y="1291375"/>
            <a:ext cx="6341400" cy="36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3" name="Google Shape;13;p27"/>
          <p:cNvSpPr/>
          <p:nvPr>
            <p:ph idx="2" type="pic"/>
          </p:nvPr>
        </p:nvSpPr>
        <p:spPr>
          <a:xfrm>
            <a:off x="6487225" y="2586525"/>
            <a:ext cx="12591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27"/>
          <p:cNvSpPr/>
          <p:nvPr>
            <p:ph idx="3" type="pic"/>
          </p:nvPr>
        </p:nvSpPr>
        <p:spPr>
          <a:xfrm>
            <a:off x="7757975" y="3866750"/>
            <a:ext cx="1259700" cy="12792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2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7"/>
          <p:cNvSpPr txBox="1"/>
          <p:nvPr>
            <p:ph idx="1" type="subTitle"/>
          </p:nvPr>
        </p:nvSpPr>
        <p:spPr>
          <a:xfrm>
            <a:off x="179050" y="228600"/>
            <a:ext cx="122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grpSp>
        <p:nvGrpSpPr>
          <p:cNvPr id="17" name="Google Shape;17;p27"/>
          <p:cNvGrpSpPr/>
          <p:nvPr/>
        </p:nvGrpSpPr>
        <p:grpSpPr>
          <a:xfrm>
            <a:off x="128875" y="0"/>
            <a:ext cx="8897700" cy="5144700"/>
            <a:chOff x="128875" y="0"/>
            <a:chExt cx="8897700" cy="5144700"/>
          </a:xfrm>
        </p:grpSpPr>
        <p:cxnSp>
          <p:nvCxnSpPr>
            <p:cNvPr id="18" name="Google Shape;18;p27"/>
            <p:cNvCxnSpPr/>
            <p:nvPr/>
          </p:nvCxnSpPr>
          <p:spPr>
            <a:xfrm>
              <a:off x="6480997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" name="Google Shape;19;p27"/>
            <p:cNvCxnSpPr/>
            <p:nvPr/>
          </p:nvCxnSpPr>
          <p:spPr>
            <a:xfrm>
              <a:off x="7752136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" name="Google Shape;20;p27"/>
            <p:cNvCxnSpPr/>
            <p:nvPr/>
          </p:nvCxnSpPr>
          <p:spPr>
            <a:xfrm>
              <a:off x="6481000" y="3861475"/>
              <a:ext cx="2539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" name="Google Shape;21;p27"/>
            <p:cNvCxnSpPr/>
            <p:nvPr/>
          </p:nvCxnSpPr>
          <p:spPr>
            <a:xfrm>
              <a:off x="6481000" y="2579575"/>
              <a:ext cx="2542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" name="Google Shape;22;p27"/>
            <p:cNvCxnSpPr/>
            <p:nvPr/>
          </p:nvCxnSpPr>
          <p:spPr>
            <a:xfrm>
              <a:off x="52121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" name="Google Shape;23;p27"/>
            <p:cNvCxnSpPr/>
            <p:nvPr/>
          </p:nvCxnSpPr>
          <p:spPr>
            <a:xfrm>
              <a:off x="394015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" name="Google Shape;24;p27"/>
            <p:cNvCxnSpPr/>
            <p:nvPr/>
          </p:nvCxnSpPr>
          <p:spPr>
            <a:xfrm>
              <a:off x="2669725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" name="Google Shape;25;p27"/>
            <p:cNvCxnSpPr/>
            <p:nvPr/>
          </p:nvCxnSpPr>
          <p:spPr>
            <a:xfrm>
              <a:off x="13993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" name="Google Shape;26;p27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" name="Google Shape;27;p27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" name="Google Shape;28;p27"/>
            <p:cNvCxnSpPr/>
            <p:nvPr/>
          </p:nvCxnSpPr>
          <p:spPr>
            <a:xfrm>
              <a:off x="128875" y="1291375"/>
              <a:ext cx="8897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9" name="Google Shape;29;p27"/>
          <p:cNvSpPr/>
          <p:nvPr/>
        </p:nvSpPr>
        <p:spPr>
          <a:xfrm>
            <a:off x="6486025" y="-3325"/>
            <a:ext cx="1259400" cy="12891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Google Shape;30;p27"/>
          <p:cNvSpPr/>
          <p:nvPr/>
        </p:nvSpPr>
        <p:spPr>
          <a:xfrm>
            <a:off x="7756250" y="-3325"/>
            <a:ext cx="1262400" cy="1287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28"/>
          <p:cNvPicPr preferRelativeResize="0"/>
          <p:nvPr/>
        </p:nvPicPr>
        <p:blipFill rotWithShape="1">
          <a:blip r:embed="rId2">
            <a:alphaModFix/>
          </a:blip>
          <a:srcRect b="36187" l="0" r="0" t="0"/>
          <a:stretch/>
        </p:blipFill>
        <p:spPr>
          <a:xfrm rot="5400000">
            <a:off x="6625213" y="2747762"/>
            <a:ext cx="3529224" cy="1266849"/>
          </a:xfrm>
          <a:prstGeom prst="rect">
            <a:avLst/>
          </a:prstGeom>
          <a:gradFill>
            <a:gsLst>
              <a:gs pos="0">
                <a:srgbClr val="808978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33" name="Google Shape;33;p28"/>
          <p:cNvSpPr/>
          <p:nvPr>
            <p:ph idx="2" type="pic"/>
          </p:nvPr>
        </p:nvSpPr>
        <p:spPr>
          <a:xfrm>
            <a:off x="7757975" y="0"/>
            <a:ext cx="1256100" cy="12864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28"/>
          <p:cNvSpPr txBox="1"/>
          <p:nvPr>
            <p:ph type="title"/>
          </p:nvPr>
        </p:nvSpPr>
        <p:spPr>
          <a:xfrm>
            <a:off x="284550" y="1291375"/>
            <a:ext cx="7467600" cy="362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5" name="Google Shape;35;p2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6" name="Google Shape;36;p28"/>
          <p:cNvGrpSpPr/>
          <p:nvPr/>
        </p:nvGrpSpPr>
        <p:grpSpPr>
          <a:xfrm>
            <a:off x="128875" y="0"/>
            <a:ext cx="8894375" cy="5144700"/>
            <a:chOff x="128875" y="0"/>
            <a:chExt cx="8894375" cy="5144700"/>
          </a:xfrm>
        </p:grpSpPr>
        <p:cxnSp>
          <p:nvCxnSpPr>
            <p:cNvPr id="37" name="Google Shape;37;p28"/>
            <p:cNvCxnSpPr/>
            <p:nvPr/>
          </p:nvCxnSpPr>
          <p:spPr>
            <a:xfrm>
              <a:off x="7752136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" name="Google Shape;38;p28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" name="Google Shape;39;p28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" name="Google Shape;40;p28"/>
            <p:cNvCxnSpPr/>
            <p:nvPr/>
          </p:nvCxnSpPr>
          <p:spPr>
            <a:xfrm>
              <a:off x="128875" y="12913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1" name="Google Shape;41;p28"/>
          <p:cNvSpPr txBox="1"/>
          <p:nvPr>
            <p:ph idx="1" type="subTitle"/>
          </p:nvPr>
        </p:nvSpPr>
        <p:spPr>
          <a:xfrm>
            <a:off x="128875" y="-450"/>
            <a:ext cx="33579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14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29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45" name="Google Shape;45;p29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" name="Google Shape;46;p29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CUSTOM_14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30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50" name="Google Shape;50;p30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" name="Google Shape;51;p30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CUSTOM_14_2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31"/>
          <p:cNvPicPr preferRelativeResize="0"/>
          <p:nvPr/>
        </p:nvPicPr>
        <p:blipFill rotWithShape="1">
          <a:blip r:embed="rId2">
            <a:alphaModFix/>
          </a:blip>
          <a:srcRect b="36187" l="0" r="0" t="0"/>
          <a:stretch/>
        </p:blipFill>
        <p:spPr>
          <a:xfrm>
            <a:off x="5480550" y="1875"/>
            <a:ext cx="3541498" cy="1289501"/>
          </a:xfrm>
          <a:prstGeom prst="rect">
            <a:avLst/>
          </a:prstGeom>
          <a:gradFill>
            <a:gsLst>
              <a:gs pos="0">
                <a:srgbClr val="808978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54" name="Google Shape;54;p3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31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56" name="Google Shape;56;p31"/>
          <p:cNvGrpSpPr/>
          <p:nvPr/>
        </p:nvGrpSpPr>
        <p:grpSpPr>
          <a:xfrm>
            <a:off x="118800" y="0"/>
            <a:ext cx="8904450" cy="5135400"/>
            <a:chOff x="118800" y="0"/>
            <a:chExt cx="8904450" cy="5135400"/>
          </a:xfrm>
        </p:grpSpPr>
        <p:cxnSp>
          <p:nvCxnSpPr>
            <p:cNvPr id="57" name="Google Shape;57;p31"/>
            <p:cNvCxnSpPr/>
            <p:nvPr/>
          </p:nvCxnSpPr>
          <p:spPr>
            <a:xfrm>
              <a:off x="9023250" y="0"/>
              <a:ext cx="0" cy="513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" name="Google Shape;58;p31"/>
            <p:cNvCxnSpPr/>
            <p:nvPr/>
          </p:nvCxnSpPr>
          <p:spPr>
            <a:xfrm>
              <a:off x="118800" y="0"/>
              <a:ext cx="0" cy="513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31"/>
            <p:cNvCxnSpPr/>
            <p:nvPr/>
          </p:nvCxnSpPr>
          <p:spPr>
            <a:xfrm>
              <a:off x="128875" y="1291375"/>
              <a:ext cx="8890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32"/>
          <p:cNvPicPr preferRelativeResize="0"/>
          <p:nvPr/>
        </p:nvPicPr>
        <p:blipFill rotWithShape="1">
          <a:blip r:embed="rId2">
            <a:alphaModFix/>
          </a:blip>
          <a:srcRect b="55478" l="0" r="16387" t="0"/>
          <a:stretch/>
        </p:blipFill>
        <p:spPr>
          <a:xfrm>
            <a:off x="4727250" y="450"/>
            <a:ext cx="4289751" cy="128490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2"/>
          <p:cNvSpPr/>
          <p:nvPr>
            <p:ph idx="2" type="pic"/>
          </p:nvPr>
        </p:nvSpPr>
        <p:spPr>
          <a:xfrm>
            <a:off x="131575" y="6"/>
            <a:ext cx="2533200" cy="12858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32"/>
          <p:cNvSpPr txBox="1"/>
          <p:nvPr>
            <p:ph type="title"/>
          </p:nvPr>
        </p:nvSpPr>
        <p:spPr>
          <a:xfrm>
            <a:off x="128875" y="1291375"/>
            <a:ext cx="7623300" cy="362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4" name="Google Shape;64;p3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5" name="Google Shape;65;p32"/>
          <p:cNvGrpSpPr/>
          <p:nvPr/>
        </p:nvGrpSpPr>
        <p:grpSpPr>
          <a:xfrm>
            <a:off x="128875" y="0"/>
            <a:ext cx="8894375" cy="5144700"/>
            <a:chOff x="128875" y="0"/>
            <a:chExt cx="8894375" cy="5144700"/>
          </a:xfrm>
        </p:grpSpPr>
        <p:cxnSp>
          <p:nvCxnSpPr>
            <p:cNvPr id="66" name="Google Shape;66;p32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" name="Google Shape;67;p32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" name="Google Shape;68;p32"/>
            <p:cNvCxnSpPr/>
            <p:nvPr/>
          </p:nvCxnSpPr>
          <p:spPr>
            <a:xfrm>
              <a:off x="128875" y="1287125"/>
              <a:ext cx="8892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9" name="Google Shape;69;p32"/>
          <p:cNvSpPr txBox="1"/>
          <p:nvPr>
            <p:ph idx="1" type="subTitle"/>
          </p:nvPr>
        </p:nvSpPr>
        <p:spPr>
          <a:xfrm>
            <a:off x="5364800" y="4526452"/>
            <a:ext cx="365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">
  <p:cSld name="BLANK_1_1_1_1_1_1_1_1_1_1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3"/>
          <p:cNvSpPr txBox="1"/>
          <p:nvPr>
            <p:ph idx="1" type="subTitle"/>
          </p:nvPr>
        </p:nvSpPr>
        <p:spPr>
          <a:xfrm>
            <a:off x="3940150" y="1291385"/>
            <a:ext cx="25410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72" name="Google Shape;72;p33"/>
          <p:cNvSpPr/>
          <p:nvPr>
            <p:ph idx="2" type="pic"/>
          </p:nvPr>
        </p:nvSpPr>
        <p:spPr>
          <a:xfrm>
            <a:off x="134150" y="1296400"/>
            <a:ext cx="1260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33"/>
          <p:cNvSpPr txBox="1"/>
          <p:nvPr>
            <p:ph type="title"/>
          </p:nvPr>
        </p:nvSpPr>
        <p:spPr>
          <a:xfrm>
            <a:off x="1453925" y="228600"/>
            <a:ext cx="62022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33"/>
          <p:cNvSpPr txBox="1"/>
          <p:nvPr>
            <p:ph idx="3" type="subTitle"/>
          </p:nvPr>
        </p:nvSpPr>
        <p:spPr>
          <a:xfrm>
            <a:off x="1399375" y="1291225"/>
            <a:ext cx="25410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76" name="Google Shape;76;p33"/>
          <p:cNvSpPr txBox="1"/>
          <p:nvPr>
            <p:ph idx="4" type="subTitle"/>
          </p:nvPr>
        </p:nvSpPr>
        <p:spPr>
          <a:xfrm>
            <a:off x="6481150" y="2579575"/>
            <a:ext cx="2541000" cy="21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cxnSp>
        <p:nvCxnSpPr>
          <p:cNvPr id="77" name="Google Shape;77;p33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" name="Google Shape;78;p33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4"/>
          <p:cNvSpPr txBox="1"/>
          <p:nvPr>
            <p:ph type="title"/>
          </p:nvPr>
        </p:nvSpPr>
        <p:spPr>
          <a:xfrm>
            <a:off x="1408575" y="2585875"/>
            <a:ext cx="350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None/>
              <a:defRPr sz="9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1" name="Google Shape;81;p34"/>
          <p:cNvSpPr txBox="1"/>
          <p:nvPr>
            <p:ph idx="2" type="title"/>
          </p:nvPr>
        </p:nvSpPr>
        <p:spPr>
          <a:xfrm>
            <a:off x="2669675" y="3867775"/>
            <a:ext cx="350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2" name="Google Shape;82;p34"/>
          <p:cNvSpPr txBox="1"/>
          <p:nvPr>
            <p:ph idx="3" type="title"/>
          </p:nvPr>
        </p:nvSpPr>
        <p:spPr>
          <a:xfrm>
            <a:off x="5217125" y="3861475"/>
            <a:ext cx="346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3" name="Google Shape;83;p34"/>
          <p:cNvSpPr txBox="1"/>
          <p:nvPr>
            <p:ph idx="4" type="title"/>
          </p:nvPr>
        </p:nvSpPr>
        <p:spPr>
          <a:xfrm>
            <a:off x="3947363" y="2579575"/>
            <a:ext cx="350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4" name="Google Shape;84;p34"/>
          <p:cNvSpPr txBox="1"/>
          <p:nvPr>
            <p:ph idx="5" type="title"/>
          </p:nvPr>
        </p:nvSpPr>
        <p:spPr>
          <a:xfrm>
            <a:off x="6489150" y="2579575"/>
            <a:ext cx="346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5" name="Google Shape;85;p34"/>
          <p:cNvSpPr txBox="1"/>
          <p:nvPr>
            <p:ph idx="1" type="subTitle"/>
          </p:nvPr>
        </p:nvSpPr>
        <p:spPr>
          <a:xfrm>
            <a:off x="1736450" y="25858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6" name="Google Shape;86;p3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7" name="Google Shape;87;p34"/>
          <p:cNvGrpSpPr/>
          <p:nvPr/>
        </p:nvGrpSpPr>
        <p:grpSpPr>
          <a:xfrm>
            <a:off x="128875" y="0"/>
            <a:ext cx="8894400" cy="5144700"/>
            <a:chOff x="128875" y="0"/>
            <a:chExt cx="8894400" cy="5144700"/>
          </a:xfrm>
        </p:grpSpPr>
        <p:cxnSp>
          <p:nvCxnSpPr>
            <p:cNvPr id="88" name="Google Shape;88;p34"/>
            <p:cNvCxnSpPr/>
            <p:nvPr/>
          </p:nvCxnSpPr>
          <p:spPr>
            <a:xfrm>
              <a:off x="6480997" y="1200"/>
              <a:ext cx="0" cy="3860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" name="Google Shape;89;p34"/>
            <p:cNvCxnSpPr/>
            <p:nvPr/>
          </p:nvCxnSpPr>
          <p:spPr>
            <a:xfrm>
              <a:off x="7752125" y="1200"/>
              <a:ext cx="0" cy="2578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" name="Google Shape;90;p34"/>
            <p:cNvCxnSpPr/>
            <p:nvPr/>
          </p:nvCxnSpPr>
          <p:spPr>
            <a:xfrm>
              <a:off x="128875" y="38614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" name="Google Shape;91;p34"/>
            <p:cNvCxnSpPr/>
            <p:nvPr/>
          </p:nvCxnSpPr>
          <p:spPr>
            <a:xfrm>
              <a:off x="128875" y="2579575"/>
              <a:ext cx="8894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" name="Google Shape;92;p34"/>
            <p:cNvCxnSpPr/>
            <p:nvPr/>
          </p:nvCxnSpPr>
          <p:spPr>
            <a:xfrm>
              <a:off x="5212100" y="0"/>
              <a:ext cx="0" cy="2580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" name="Google Shape;93;p34"/>
            <p:cNvCxnSpPr/>
            <p:nvPr/>
          </p:nvCxnSpPr>
          <p:spPr>
            <a:xfrm>
              <a:off x="3940150" y="129137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" name="Google Shape;94;p34"/>
            <p:cNvCxnSpPr/>
            <p:nvPr/>
          </p:nvCxnSpPr>
          <p:spPr>
            <a:xfrm>
              <a:off x="2669725" y="1291375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" name="Google Shape;95;p34"/>
            <p:cNvCxnSpPr/>
            <p:nvPr/>
          </p:nvCxnSpPr>
          <p:spPr>
            <a:xfrm>
              <a:off x="1399300" y="1291375"/>
              <a:ext cx="0" cy="3853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" name="Google Shape;96;p34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" name="Google Shape;97;p34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" name="Google Shape;98;p34"/>
            <p:cNvCxnSpPr/>
            <p:nvPr/>
          </p:nvCxnSpPr>
          <p:spPr>
            <a:xfrm>
              <a:off x="128875" y="12913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" name="Google Shape;99;p34"/>
            <p:cNvCxnSpPr/>
            <p:nvPr/>
          </p:nvCxnSpPr>
          <p:spPr>
            <a:xfrm rot="10800000">
              <a:off x="7752125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" name="Google Shape;100;p34"/>
            <p:cNvCxnSpPr/>
            <p:nvPr/>
          </p:nvCxnSpPr>
          <p:spPr>
            <a:xfrm rot="10800000">
              <a:off x="5212100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" name="Google Shape;101;p34"/>
            <p:cNvCxnSpPr/>
            <p:nvPr/>
          </p:nvCxnSpPr>
          <p:spPr>
            <a:xfrm rot="10800000">
              <a:off x="2672963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2" name="Google Shape;102;p34"/>
          <p:cNvSpPr txBox="1"/>
          <p:nvPr>
            <p:ph idx="6" type="subTitle"/>
          </p:nvPr>
        </p:nvSpPr>
        <p:spPr>
          <a:xfrm>
            <a:off x="4275713" y="25795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3" name="Google Shape;103;p34"/>
          <p:cNvSpPr txBox="1"/>
          <p:nvPr>
            <p:ph idx="7" type="subTitle"/>
          </p:nvPr>
        </p:nvSpPr>
        <p:spPr>
          <a:xfrm>
            <a:off x="6817988" y="25795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4" name="Google Shape;104;p34"/>
          <p:cNvSpPr txBox="1"/>
          <p:nvPr>
            <p:ph idx="8" type="subTitle"/>
          </p:nvPr>
        </p:nvSpPr>
        <p:spPr>
          <a:xfrm>
            <a:off x="5552488" y="38614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5" name="Google Shape;105;p34"/>
          <p:cNvSpPr txBox="1"/>
          <p:nvPr>
            <p:ph idx="9" type="subTitle"/>
          </p:nvPr>
        </p:nvSpPr>
        <p:spPr>
          <a:xfrm>
            <a:off x="3009325" y="38614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6" name="Google Shape;106;p34"/>
          <p:cNvSpPr txBox="1"/>
          <p:nvPr>
            <p:ph idx="13" type="title"/>
          </p:nvPr>
        </p:nvSpPr>
        <p:spPr>
          <a:xfrm>
            <a:off x="133375" y="236850"/>
            <a:ext cx="50787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Google Shape;108;p35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35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0" name="Google Shape;110;p35"/>
          <p:cNvSpPr txBox="1"/>
          <p:nvPr>
            <p:ph idx="2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5"/>
          <p:cNvSpPr txBox="1"/>
          <p:nvPr>
            <p:ph type="title"/>
          </p:nvPr>
        </p:nvSpPr>
        <p:spPr>
          <a:xfrm>
            <a:off x="139700" y="2286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cxnSp>
        <p:nvCxnSpPr>
          <p:cNvPr id="112" name="Google Shape;112;p35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35"/>
          <p:cNvSpPr txBox="1"/>
          <p:nvPr>
            <p:ph idx="3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5"/>
          <p:cNvSpPr txBox="1"/>
          <p:nvPr>
            <p:ph idx="4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5" name="Google Shape;115;p35"/>
          <p:cNvSpPr txBox="1"/>
          <p:nvPr>
            <p:ph idx="5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16" name="Google Shape;116;p35"/>
          <p:cNvSpPr txBox="1"/>
          <p:nvPr>
            <p:ph idx="6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" name="Google Shape;117;p35"/>
          <p:cNvSpPr txBox="1"/>
          <p:nvPr>
            <p:ph idx="7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18" name="Google Shape;118;p35"/>
          <p:cNvSpPr txBox="1"/>
          <p:nvPr>
            <p:ph idx="8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9" name="Google Shape;119;p35"/>
          <p:cNvSpPr txBox="1"/>
          <p:nvPr>
            <p:ph idx="9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20" name="Google Shape;120;p3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35"/>
          <p:cNvSpPr/>
          <p:nvPr>
            <p:ph idx="13" type="pic"/>
          </p:nvPr>
        </p:nvSpPr>
        <p:spPr>
          <a:xfrm>
            <a:off x="5215425" y="1291375"/>
            <a:ext cx="3807900" cy="385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1_1_1_1_1_1_1_1_1_1_2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6"/>
          <p:cNvSpPr/>
          <p:nvPr>
            <p:ph idx="2" type="pic"/>
          </p:nvPr>
        </p:nvSpPr>
        <p:spPr>
          <a:xfrm>
            <a:off x="7751475" y="1291350"/>
            <a:ext cx="1266300" cy="128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36"/>
          <p:cNvSpPr/>
          <p:nvPr>
            <p:ph idx="3" type="pic"/>
          </p:nvPr>
        </p:nvSpPr>
        <p:spPr>
          <a:xfrm>
            <a:off x="7751425" y="3864900"/>
            <a:ext cx="1266300" cy="12849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36"/>
          <p:cNvSpPr/>
          <p:nvPr>
            <p:ph idx="4" type="pic"/>
          </p:nvPr>
        </p:nvSpPr>
        <p:spPr>
          <a:xfrm>
            <a:off x="5218487" y="2584425"/>
            <a:ext cx="2525100" cy="1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36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7" name="Google Shape;127;p36"/>
          <p:cNvSpPr txBox="1"/>
          <p:nvPr>
            <p:ph idx="5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6"/>
          <p:cNvSpPr txBox="1"/>
          <p:nvPr>
            <p:ph idx="6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6"/>
          <p:cNvSpPr txBox="1"/>
          <p:nvPr>
            <p:ph type="title"/>
          </p:nvPr>
        </p:nvSpPr>
        <p:spPr>
          <a:xfrm>
            <a:off x="139700" y="2286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cxnSp>
        <p:nvCxnSpPr>
          <p:cNvPr id="130" name="Google Shape;130;p36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36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36"/>
          <p:cNvSpPr txBox="1"/>
          <p:nvPr>
            <p:ph idx="7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3" name="Google Shape;133;p36"/>
          <p:cNvSpPr txBox="1"/>
          <p:nvPr>
            <p:ph idx="8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34" name="Google Shape;134;p36"/>
          <p:cNvSpPr txBox="1"/>
          <p:nvPr>
            <p:ph idx="9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5" name="Google Shape;135;p36"/>
          <p:cNvSpPr txBox="1"/>
          <p:nvPr>
            <p:ph idx="13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36" name="Google Shape;136;p36"/>
          <p:cNvSpPr txBox="1"/>
          <p:nvPr>
            <p:ph idx="14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7" name="Google Shape;137;p36"/>
          <p:cNvSpPr txBox="1"/>
          <p:nvPr>
            <p:ph idx="15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38" name="Google Shape;138;p3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14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27700" y="0"/>
            <a:ext cx="1290725" cy="12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7"/>
          <p:cNvSpPr txBox="1"/>
          <p:nvPr>
            <p:ph idx="1" type="body"/>
          </p:nvPr>
        </p:nvSpPr>
        <p:spPr>
          <a:xfrm>
            <a:off x="1399300" y="1602100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2" name="Google Shape;142;p37"/>
          <p:cNvSpPr txBox="1"/>
          <p:nvPr>
            <p:ph idx="2" type="body"/>
          </p:nvPr>
        </p:nvSpPr>
        <p:spPr>
          <a:xfrm>
            <a:off x="1399300" y="272882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3" name="Google Shape;143;p37"/>
          <p:cNvSpPr txBox="1"/>
          <p:nvPr>
            <p:ph idx="3" type="body"/>
          </p:nvPr>
        </p:nvSpPr>
        <p:spPr>
          <a:xfrm>
            <a:off x="1399300" y="401387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4" name="Google Shape;144;p37"/>
          <p:cNvSpPr txBox="1"/>
          <p:nvPr>
            <p:ph idx="4" type="body"/>
          </p:nvPr>
        </p:nvSpPr>
        <p:spPr>
          <a:xfrm>
            <a:off x="3941750" y="1602100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5" name="Google Shape;145;p37"/>
          <p:cNvSpPr txBox="1"/>
          <p:nvPr>
            <p:ph idx="5" type="body"/>
          </p:nvPr>
        </p:nvSpPr>
        <p:spPr>
          <a:xfrm>
            <a:off x="3941750" y="272882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6" name="Google Shape;146;p37"/>
          <p:cNvSpPr txBox="1"/>
          <p:nvPr>
            <p:ph idx="6" type="body"/>
          </p:nvPr>
        </p:nvSpPr>
        <p:spPr>
          <a:xfrm>
            <a:off x="3941750" y="401387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7" name="Google Shape;147;p37"/>
          <p:cNvSpPr txBox="1"/>
          <p:nvPr>
            <p:ph idx="7" type="body"/>
          </p:nvPr>
        </p:nvSpPr>
        <p:spPr>
          <a:xfrm>
            <a:off x="6484200" y="1602100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8" name="Google Shape;148;p37"/>
          <p:cNvSpPr txBox="1"/>
          <p:nvPr>
            <p:ph idx="8" type="body"/>
          </p:nvPr>
        </p:nvSpPr>
        <p:spPr>
          <a:xfrm>
            <a:off x="6484200" y="272882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9" name="Google Shape;149;p37"/>
          <p:cNvSpPr txBox="1"/>
          <p:nvPr>
            <p:ph idx="9" type="body"/>
          </p:nvPr>
        </p:nvSpPr>
        <p:spPr>
          <a:xfrm>
            <a:off x="6484200" y="401387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50" name="Google Shape;150;p3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37"/>
          <p:cNvSpPr txBox="1"/>
          <p:nvPr>
            <p:ph type="title"/>
          </p:nvPr>
        </p:nvSpPr>
        <p:spPr>
          <a:xfrm>
            <a:off x="139700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152" name="Google Shape;152;p37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37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37"/>
          <p:cNvSpPr txBox="1"/>
          <p:nvPr>
            <p:ph idx="13" type="subTitle"/>
          </p:nvPr>
        </p:nvSpPr>
        <p:spPr>
          <a:xfrm>
            <a:off x="139700" y="1443775"/>
            <a:ext cx="1259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55" name="Google Shape;155;p37"/>
          <p:cNvSpPr txBox="1"/>
          <p:nvPr>
            <p:ph idx="14" type="subTitle"/>
          </p:nvPr>
        </p:nvSpPr>
        <p:spPr>
          <a:xfrm>
            <a:off x="139700" y="2729275"/>
            <a:ext cx="1259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56" name="Google Shape;156;p37"/>
          <p:cNvSpPr txBox="1"/>
          <p:nvPr>
            <p:ph idx="15" type="subTitle"/>
          </p:nvPr>
        </p:nvSpPr>
        <p:spPr>
          <a:xfrm>
            <a:off x="139700" y="4014775"/>
            <a:ext cx="1259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2">
  <p:cSld name="BLANK_1_1_1_1_1_1_1_1_1_1_1_1_1_1_1_1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8"/>
          <p:cNvSpPr txBox="1"/>
          <p:nvPr>
            <p:ph idx="1" type="body"/>
          </p:nvPr>
        </p:nvSpPr>
        <p:spPr>
          <a:xfrm>
            <a:off x="2683650" y="1608600"/>
            <a:ext cx="25146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9" name="Google Shape;159;p38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60" name="Google Shape;160;p38"/>
          <p:cNvSpPr txBox="1"/>
          <p:nvPr>
            <p:ph idx="3" type="body"/>
          </p:nvPr>
        </p:nvSpPr>
        <p:spPr>
          <a:xfrm>
            <a:off x="6483525" y="2875975"/>
            <a:ext cx="25146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1" name="Google Shape;161;p38"/>
          <p:cNvSpPr txBox="1"/>
          <p:nvPr>
            <p:ph type="title"/>
          </p:nvPr>
        </p:nvSpPr>
        <p:spPr>
          <a:xfrm>
            <a:off x="128875" y="234450"/>
            <a:ext cx="6354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2" name="Google Shape;162;p38"/>
          <p:cNvSpPr txBox="1"/>
          <p:nvPr>
            <p:ph idx="4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3" name="Google Shape;163;p38"/>
          <p:cNvSpPr txBox="1"/>
          <p:nvPr>
            <p:ph idx="5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64" name="Google Shape;164;p3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5" name="Google Shape;165;p38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38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38"/>
          <p:cNvSpPr txBox="1"/>
          <p:nvPr>
            <p:ph idx="6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1">
  <p:cSld name="BLANK_1_1_1_1_1_1_1_1_1_1_1_1_1_1_1_1_1_1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9"/>
          <p:cNvSpPr txBox="1"/>
          <p:nvPr>
            <p:ph idx="1" type="body"/>
          </p:nvPr>
        </p:nvSpPr>
        <p:spPr>
          <a:xfrm>
            <a:off x="2683650" y="1608600"/>
            <a:ext cx="25146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0" name="Google Shape;170;p39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71" name="Google Shape;171;p39"/>
          <p:cNvSpPr txBox="1"/>
          <p:nvPr>
            <p:ph idx="3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72" name="Google Shape;172;p39"/>
          <p:cNvSpPr txBox="1"/>
          <p:nvPr>
            <p:ph idx="4" type="body"/>
          </p:nvPr>
        </p:nvSpPr>
        <p:spPr>
          <a:xfrm>
            <a:off x="6483525" y="2875975"/>
            <a:ext cx="25146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3" name="Google Shape;173;p39"/>
          <p:cNvSpPr/>
          <p:nvPr>
            <p:ph idx="5" type="pic"/>
          </p:nvPr>
        </p:nvSpPr>
        <p:spPr>
          <a:xfrm>
            <a:off x="128875" y="3858100"/>
            <a:ext cx="1270500" cy="12855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9"/>
          <p:cNvSpPr/>
          <p:nvPr>
            <p:ph idx="6" type="pic"/>
          </p:nvPr>
        </p:nvSpPr>
        <p:spPr>
          <a:xfrm>
            <a:off x="128875" y="1291350"/>
            <a:ext cx="1270500" cy="12855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9"/>
          <p:cNvSpPr/>
          <p:nvPr>
            <p:ph idx="7" type="pic"/>
          </p:nvPr>
        </p:nvSpPr>
        <p:spPr>
          <a:xfrm>
            <a:off x="3936325" y="2583600"/>
            <a:ext cx="1270500" cy="12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39"/>
          <p:cNvSpPr txBox="1"/>
          <p:nvPr>
            <p:ph type="title"/>
          </p:nvPr>
        </p:nvSpPr>
        <p:spPr>
          <a:xfrm>
            <a:off x="128875" y="234450"/>
            <a:ext cx="38100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7" name="Google Shape;177;p3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8" name="Google Shape;178;p39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39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39"/>
          <p:cNvSpPr txBox="1"/>
          <p:nvPr>
            <p:ph idx="8" type="subTitle"/>
          </p:nvPr>
        </p:nvSpPr>
        <p:spPr>
          <a:xfrm>
            <a:off x="3940150" y="234450"/>
            <a:ext cx="48603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81" name="Google Shape;181;p39"/>
          <p:cNvSpPr txBox="1"/>
          <p:nvPr>
            <p:ph idx="9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2" name="Google Shape;182;p39"/>
          <p:cNvSpPr txBox="1"/>
          <p:nvPr>
            <p:ph idx="13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7747525" y="-6725"/>
            <a:ext cx="1265400" cy="12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40"/>
          <p:cNvSpPr txBox="1"/>
          <p:nvPr>
            <p:ph idx="1" type="body"/>
          </p:nvPr>
        </p:nvSpPr>
        <p:spPr>
          <a:xfrm>
            <a:off x="134175" y="2591900"/>
            <a:ext cx="12594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6" name="Google Shape;186;p40"/>
          <p:cNvSpPr txBox="1"/>
          <p:nvPr>
            <p:ph idx="2" type="body"/>
          </p:nvPr>
        </p:nvSpPr>
        <p:spPr>
          <a:xfrm>
            <a:off x="1401350" y="3858800"/>
            <a:ext cx="12663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7" name="Google Shape;187;p40"/>
          <p:cNvSpPr txBox="1"/>
          <p:nvPr>
            <p:ph idx="3" type="body"/>
          </p:nvPr>
        </p:nvSpPr>
        <p:spPr>
          <a:xfrm>
            <a:off x="2664024" y="2585275"/>
            <a:ext cx="12564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8" name="Google Shape;188;p40"/>
          <p:cNvSpPr txBox="1"/>
          <p:nvPr>
            <p:ph idx="4" type="body"/>
          </p:nvPr>
        </p:nvSpPr>
        <p:spPr>
          <a:xfrm>
            <a:off x="3942325" y="3858800"/>
            <a:ext cx="12663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9" name="Google Shape;189;p40"/>
          <p:cNvSpPr txBox="1"/>
          <p:nvPr>
            <p:ph idx="5" type="body"/>
          </p:nvPr>
        </p:nvSpPr>
        <p:spPr>
          <a:xfrm>
            <a:off x="5215125" y="2585275"/>
            <a:ext cx="12642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0" name="Google Shape;190;p40"/>
          <p:cNvSpPr txBox="1"/>
          <p:nvPr>
            <p:ph idx="6" type="body"/>
          </p:nvPr>
        </p:nvSpPr>
        <p:spPr>
          <a:xfrm>
            <a:off x="6484050" y="3858800"/>
            <a:ext cx="12663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1" name="Google Shape;191;p40"/>
          <p:cNvSpPr/>
          <p:nvPr>
            <p:ph idx="7" type="pic"/>
          </p:nvPr>
        </p:nvSpPr>
        <p:spPr>
          <a:xfrm>
            <a:off x="1405975" y="2584850"/>
            <a:ext cx="1259400" cy="12705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40"/>
          <p:cNvSpPr/>
          <p:nvPr>
            <p:ph idx="8" type="pic"/>
          </p:nvPr>
        </p:nvSpPr>
        <p:spPr>
          <a:xfrm>
            <a:off x="2672775" y="1298150"/>
            <a:ext cx="1264200" cy="12756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40"/>
          <p:cNvSpPr/>
          <p:nvPr>
            <p:ph idx="9" type="pic"/>
          </p:nvPr>
        </p:nvSpPr>
        <p:spPr>
          <a:xfrm>
            <a:off x="134175" y="1297300"/>
            <a:ext cx="1256700" cy="12753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40"/>
          <p:cNvSpPr/>
          <p:nvPr>
            <p:ph idx="13" type="pic"/>
          </p:nvPr>
        </p:nvSpPr>
        <p:spPr>
          <a:xfrm>
            <a:off x="3944650" y="2583775"/>
            <a:ext cx="12612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40"/>
          <p:cNvSpPr/>
          <p:nvPr>
            <p:ph idx="14" type="pic"/>
          </p:nvPr>
        </p:nvSpPr>
        <p:spPr>
          <a:xfrm>
            <a:off x="5218725" y="1297675"/>
            <a:ext cx="1256400" cy="12762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40"/>
          <p:cNvSpPr/>
          <p:nvPr>
            <p:ph idx="15" type="pic"/>
          </p:nvPr>
        </p:nvSpPr>
        <p:spPr>
          <a:xfrm>
            <a:off x="6488125" y="2584850"/>
            <a:ext cx="1259400" cy="12741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4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40"/>
          <p:cNvSpPr txBox="1"/>
          <p:nvPr>
            <p:ph idx="16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40"/>
          <p:cNvSpPr txBox="1"/>
          <p:nvPr>
            <p:ph type="title"/>
          </p:nvPr>
        </p:nvSpPr>
        <p:spPr>
          <a:xfrm>
            <a:off x="133575" y="228600"/>
            <a:ext cx="63384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00" name="Google Shape;200;p40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40"/>
          <p:cNvCxnSpPr/>
          <p:nvPr/>
        </p:nvCxnSpPr>
        <p:spPr>
          <a:xfrm>
            <a:off x="9023250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1"/>
          <p:cNvSpPr txBox="1"/>
          <p:nvPr>
            <p:ph idx="1" type="body"/>
          </p:nvPr>
        </p:nvSpPr>
        <p:spPr>
          <a:xfrm>
            <a:off x="2673138" y="3158400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4" name="Google Shape;204;p41"/>
          <p:cNvSpPr txBox="1"/>
          <p:nvPr>
            <p:ph idx="2" type="body"/>
          </p:nvPr>
        </p:nvSpPr>
        <p:spPr>
          <a:xfrm>
            <a:off x="7749888" y="3160525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5" name="Google Shape;205;p41"/>
          <p:cNvSpPr txBox="1"/>
          <p:nvPr>
            <p:ph idx="3" type="subTitle"/>
          </p:nvPr>
        </p:nvSpPr>
        <p:spPr>
          <a:xfrm>
            <a:off x="7754025" y="2583925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6" name="Google Shape;206;p41"/>
          <p:cNvSpPr txBox="1"/>
          <p:nvPr>
            <p:ph idx="4" type="body"/>
          </p:nvPr>
        </p:nvSpPr>
        <p:spPr>
          <a:xfrm>
            <a:off x="5213563" y="3164875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7" name="Google Shape;207;p41"/>
          <p:cNvSpPr txBox="1"/>
          <p:nvPr>
            <p:ph idx="5" type="body"/>
          </p:nvPr>
        </p:nvSpPr>
        <p:spPr>
          <a:xfrm>
            <a:off x="137275" y="3175800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8" name="Google Shape;208;p41"/>
          <p:cNvSpPr txBox="1"/>
          <p:nvPr>
            <p:ph idx="6" type="subTitle"/>
          </p:nvPr>
        </p:nvSpPr>
        <p:spPr>
          <a:xfrm>
            <a:off x="137275" y="2599200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9" name="Google Shape;209;p41"/>
          <p:cNvSpPr txBox="1"/>
          <p:nvPr>
            <p:ph idx="7" type="subTitle"/>
          </p:nvPr>
        </p:nvSpPr>
        <p:spPr>
          <a:xfrm>
            <a:off x="5213563" y="2588275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41"/>
          <p:cNvSpPr txBox="1"/>
          <p:nvPr>
            <p:ph idx="8" type="subTitle"/>
          </p:nvPr>
        </p:nvSpPr>
        <p:spPr>
          <a:xfrm>
            <a:off x="2673138" y="2581800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41"/>
          <p:cNvSpPr/>
          <p:nvPr>
            <p:ph idx="9" type="pic"/>
          </p:nvPr>
        </p:nvSpPr>
        <p:spPr>
          <a:xfrm>
            <a:off x="5216500" y="1297675"/>
            <a:ext cx="1259100" cy="12765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41"/>
          <p:cNvSpPr/>
          <p:nvPr>
            <p:ph idx="13" type="pic"/>
          </p:nvPr>
        </p:nvSpPr>
        <p:spPr>
          <a:xfrm>
            <a:off x="7756350" y="1296175"/>
            <a:ext cx="1259100" cy="128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41"/>
          <p:cNvSpPr/>
          <p:nvPr>
            <p:ph idx="14" type="pic"/>
          </p:nvPr>
        </p:nvSpPr>
        <p:spPr>
          <a:xfrm>
            <a:off x="133525" y="1294525"/>
            <a:ext cx="1261800" cy="12804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4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41"/>
          <p:cNvSpPr/>
          <p:nvPr>
            <p:ph idx="15" type="pic"/>
          </p:nvPr>
        </p:nvSpPr>
        <p:spPr>
          <a:xfrm>
            <a:off x="2673500" y="1295450"/>
            <a:ext cx="1263300" cy="12771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41"/>
          <p:cNvSpPr txBox="1"/>
          <p:nvPr>
            <p:ph type="title"/>
          </p:nvPr>
        </p:nvSpPr>
        <p:spPr>
          <a:xfrm>
            <a:off x="131875" y="228600"/>
            <a:ext cx="5076000" cy="10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17" name="Google Shape;217;p41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41"/>
          <p:cNvCxnSpPr/>
          <p:nvPr/>
        </p:nvCxnSpPr>
        <p:spPr>
          <a:xfrm>
            <a:off x="9018413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2"/>
          <p:cNvSpPr txBox="1"/>
          <p:nvPr>
            <p:ph type="title"/>
          </p:nvPr>
        </p:nvSpPr>
        <p:spPr>
          <a:xfrm>
            <a:off x="365098" y="204287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1" name="Google Shape;221;p42"/>
          <p:cNvSpPr txBox="1"/>
          <p:nvPr>
            <p:ph idx="2" type="title"/>
          </p:nvPr>
        </p:nvSpPr>
        <p:spPr>
          <a:xfrm>
            <a:off x="365098" y="267152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2" name="Google Shape;222;p42"/>
          <p:cNvSpPr txBox="1"/>
          <p:nvPr>
            <p:ph idx="3" type="title"/>
          </p:nvPr>
        </p:nvSpPr>
        <p:spPr>
          <a:xfrm>
            <a:off x="365098" y="3313600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3" name="Google Shape;223;p42"/>
          <p:cNvSpPr txBox="1"/>
          <p:nvPr>
            <p:ph idx="4" type="title"/>
          </p:nvPr>
        </p:nvSpPr>
        <p:spPr>
          <a:xfrm>
            <a:off x="365098" y="455747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42"/>
          <p:cNvSpPr txBox="1"/>
          <p:nvPr>
            <p:ph idx="5" type="title"/>
          </p:nvPr>
        </p:nvSpPr>
        <p:spPr>
          <a:xfrm>
            <a:off x="1483100" y="269207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5" name="Google Shape;225;p42"/>
          <p:cNvSpPr txBox="1"/>
          <p:nvPr>
            <p:ph idx="6" type="title"/>
          </p:nvPr>
        </p:nvSpPr>
        <p:spPr>
          <a:xfrm>
            <a:off x="365098" y="392882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6" name="Google Shape;226;p42"/>
          <p:cNvSpPr txBox="1"/>
          <p:nvPr>
            <p:ph idx="7" type="title"/>
          </p:nvPr>
        </p:nvSpPr>
        <p:spPr>
          <a:xfrm>
            <a:off x="365098" y="1408538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7" name="Google Shape;227;p42"/>
          <p:cNvSpPr txBox="1"/>
          <p:nvPr>
            <p:ph idx="8" type="title"/>
          </p:nvPr>
        </p:nvSpPr>
        <p:spPr>
          <a:xfrm>
            <a:off x="133375" y="236850"/>
            <a:ext cx="50787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42"/>
          <p:cNvSpPr txBox="1"/>
          <p:nvPr>
            <p:ph idx="9" type="title"/>
          </p:nvPr>
        </p:nvSpPr>
        <p:spPr>
          <a:xfrm>
            <a:off x="1483100" y="1429088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9" name="Google Shape;229;p42"/>
          <p:cNvSpPr txBox="1"/>
          <p:nvPr>
            <p:ph idx="13" type="title"/>
          </p:nvPr>
        </p:nvSpPr>
        <p:spPr>
          <a:xfrm>
            <a:off x="1483100" y="206342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0" name="Google Shape;230;p42"/>
          <p:cNvSpPr txBox="1"/>
          <p:nvPr>
            <p:ph idx="14" type="title"/>
          </p:nvPr>
        </p:nvSpPr>
        <p:spPr>
          <a:xfrm>
            <a:off x="1483100" y="332072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1" name="Google Shape;231;p42"/>
          <p:cNvSpPr txBox="1"/>
          <p:nvPr>
            <p:ph idx="15" type="title"/>
          </p:nvPr>
        </p:nvSpPr>
        <p:spPr>
          <a:xfrm>
            <a:off x="1483100" y="394937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2" name="Google Shape;232;p42"/>
          <p:cNvSpPr txBox="1"/>
          <p:nvPr>
            <p:ph idx="16" type="title"/>
          </p:nvPr>
        </p:nvSpPr>
        <p:spPr>
          <a:xfrm>
            <a:off x="1483100" y="457802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3" name="Google Shape;233;p4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4" name="Google Shape;234;p42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42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7755300" y="-2199"/>
            <a:ext cx="1265400" cy="128829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4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43"/>
          <p:cNvSpPr txBox="1"/>
          <p:nvPr>
            <p:ph type="title"/>
          </p:nvPr>
        </p:nvSpPr>
        <p:spPr>
          <a:xfrm>
            <a:off x="419575" y="449550"/>
            <a:ext cx="689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None/>
              <a:defRPr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0" name="Google Shape;240;p43"/>
          <p:cNvSpPr txBox="1"/>
          <p:nvPr>
            <p:ph idx="2" type="title"/>
          </p:nvPr>
        </p:nvSpPr>
        <p:spPr>
          <a:xfrm>
            <a:off x="1399375" y="2588200"/>
            <a:ext cx="50820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43"/>
          <p:cNvSpPr txBox="1"/>
          <p:nvPr>
            <p:ph idx="1" type="subTitle"/>
          </p:nvPr>
        </p:nvSpPr>
        <p:spPr>
          <a:xfrm>
            <a:off x="6561925" y="3856500"/>
            <a:ext cx="18351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42" name="Google Shape;242;p43"/>
          <p:cNvSpPr txBox="1"/>
          <p:nvPr>
            <p:ph idx="3" type="title"/>
          </p:nvPr>
        </p:nvSpPr>
        <p:spPr>
          <a:xfrm>
            <a:off x="1453924" y="228600"/>
            <a:ext cx="62361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43" name="Google Shape;243;p43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43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43"/>
          <p:cNvSpPr/>
          <p:nvPr>
            <p:ph idx="4" type="pic"/>
          </p:nvPr>
        </p:nvSpPr>
        <p:spPr>
          <a:xfrm>
            <a:off x="7756200" y="2584025"/>
            <a:ext cx="1263600" cy="1272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9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4"/>
          <p:cNvSpPr txBox="1"/>
          <p:nvPr/>
        </p:nvSpPr>
        <p:spPr>
          <a:xfrm>
            <a:off x="7752138" y="1291375"/>
            <a:ext cx="1270500" cy="129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p44"/>
          <p:cNvSpPr/>
          <p:nvPr>
            <p:ph idx="2" type="pic"/>
          </p:nvPr>
        </p:nvSpPr>
        <p:spPr>
          <a:xfrm>
            <a:off x="7977750" y="1495975"/>
            <a:ext cx="819300" cy="8811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44"/>
          <p:cNvSpPr/>
          <p:nvPr>
            <p:ph idx="3" type="pic"/>
          </p:nvPr>
        </p:nvSpPr>
        <p:spPr>
          <a:xfrm>
            <a:off x="5219025" y="1297000"/>
            <a:ext cx="2528100" cy="3847500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4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44"/>
          <p:cNvSpPr txBox="1"/>
          <p:nvPr>
            <p:ph type="title"/>
          </p:nvPr>
        </p:nvSpPr>
        <p:spPr>
          <a:xfrm>
            <a:off x="1453924" y="228600"/>
            <a:ext cx="61494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2" name="Google Shape;252;p44"/>
          <p:cNvSpPr txBox="1"/>
          <p:nvPr>
            <p:ph idx="4" type="title"/>
          </p:nvPr>
        </p:nvSpPr>
        <p:spPr>
          <a:xfrm>
            <a:off x="419575" y="449550"/>
            <a:ext cx="689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cxnSp>
        <p:nvCxnSpPr>
          <p:cNvPr id="253" name="Google Shape;253;p44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44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44"/>
          <p:cNvSpPr txBox="1"/>
          <p:nvPr>
            <p:ph idx="1" type="subTitle"/>
          </p:nvPr>
        </p:nvSpPr>
        <p:spPr>
          <a:xfrm>
            <a:off x="1399375" y="3303325"/>
            <a:ext cx="381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56" name="Google Shape;256;p44"/>
          <p:cNvSpPr txBox="1"/>
          <p:nvPr>
            <p:ph idx="5" type="subTitle"/>
          </p:nvPr>
        </p:nvSpPr>
        <p:spPr>
          <a:xfrm>
            <a:off x="1399375" y="2581675"/>
            <a:ext cx="381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tem comparison and image">
  <p:cSld name="CUSTOM_4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5"/>
          <p:cNvSpPr txBox="1"/>
          <p:nvPr>
            <p:ph idx="1" type="subTitle"/>
          </p:nvPr>
        </p:nvSpPr>
        <p:spPr>
          <a:xfrm>
            <a:off x="6486300" y="259055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9" name="Google Shape;259;p45"/>
          <p:cNvSpPr txBox="1"/>
          <p:nvPr>
            <p:ph type="title"/>
          </p:nvPr>
        </p:nvSpPr>
        <p:spPr>
          <a:xfrm>
            <a:off x="6486300" y="303920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60" name="Google Shape;260;p45"/>
          <p:cNvSpPr txBox="1"/>
          <p:nvPr>
            <p:ph idx="2" type="subTitle"/>
          </p:nvPr>
        </p:nvSpPr>
        <p:spPr>
          <a:xfrm>
            <a:off x="3939525" y="258385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45"/>
          <p:cNvSpPr txBox="1"/>
          <p:nvPr>
            <p:ph idx="3" type="title"/>
          </p:nvPr>
        </p:nvSpPr>
        <p:spPr>
          <a:xfrm>
            <a:off x="3942875" y="303920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62" name="Google Shape;262;p45"/>
          <p:cNvSpPr txBox="1"/>
          <p:nvPr>
            <p:ph idx="4" type="subTitle"/>
          </p:nvPr>
        </p:nvSpPr>
        <p:spPr>
          <a:xfrm>
            <a:off x="136200" y="1289875"/>
            <a:ext cx="38106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63" name="Google Shape;263;p45"/>
          <p:cNvSpPr txBox="1"/>
          <p:nvPr>
            <p:ph idx="5" type="title"/>
          </p:nvPr>
        </p:nvSpPr>
        <p:spPr>
          <a:xfrm>
            <a:off x="136200" y="1822150"/>
            <a:ext cx="38106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 sz="1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64" name="Google Shape;264;p45"/>
          <p:cNvSpPr/>
          <p:nvPr>
            <p:ph idx="6" type="pic"/>
          </p:nvPr>
        </p:nvSpPr>
        <p:spPr>
          <a:xfrm>
            <a:off x="133925" y="0"/>
            <a:ext cx="1260300" cy="12864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4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45"/>
          <p:cNvSpPr txBox="1"/>
          <p:nvPr>
            <p:ph idx="7" type="subTitle"/>
          </p:nvPr>
        </p:nvSpPr>
        <p:spPr>
          <a:xfrm>
            <a:off x="3940875" y="22860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45"/>
          <p:cNvSpPr txBox="1"/>
          <p:nvPr>
            <p:ph idx="8" type="title"/>
          </p:nvPr>
        </p:nvSpPr>
        <p:spPr>
          <a:xfrm>
            <a:off x="3940875" y="67725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68" name="Google Shape;268;p45"/>
          <p:cNvSpPr txBox="1"/>
          <p:nvPr>
            <p:ph idx="9" type="subTitle"/>
          </p:nvPr>
        </p:nvSpPr>
        <p:spPr>
          <a:xfrm>
            <a:off x="6481000" y="22860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45"/>
          <p:cNvSpPr txBox="1"/>
          <p:nvPr>
            <p:ph idx="13" type="title"/>
          </p:nvPr>
        </p:nvSpPr>
        <p:spPr>
          <a:xfrm>
            <a:off x="6481000" y="67725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2 1">
  <p:cSld name="CUSTOM_5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6"/>
          <p:cNvSpPr txBox="1"/>
          <p:nvPr>
            <p:ph idx="1" type="body"/>
          </p:nvPr>
        </p:nvSpPr>
        <p:spPr>
          <a:xfrm>
            <a:off x="285488" y="2569932"/>
            <a:ext cx="2385000" cy="19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pic>
        <p:nvPicPr>
          <p:cNvPr id="272" name="Google Shape;272;p46"/>
          <p:cNvPicPr preferRelativeResize="0"/>
          <p:nvPr/>
        </p:nvPicPr>
        <p:blipFill rotWithShape="1">
          <a:blip r:embed="rId2">
            <a:alphaModFix/>
          </a:blip>
          <a:srcRect b="0" l="0" r="30109" t="73622"/>
          <a:stretch/>
        </p:blipFill>
        <p:spPr>
          <a:xfrm rot="10800000">
            <a:off x="133300" y="4683125"/>
            <a:ext cx="2159200" cy="458401"/>
          </a:xfrm>
          <a:prstGeom prst="rect">
            <a:avLst/>
          </a:prstGeom>
          <a:gradFill>
            <a:gsLst>
              <a:gs pos="0">
                <a:srgbClr val="808978"/>
              </a:gs>
              <a:gs pos="49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cxnSp>
        <p:nvCxnSpPr>
          <p:cNvPr id="273" name="Google Shape;273;p46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46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46"/>
          <p:cNvSpPr txBox="1"/>
          <p:nvPr>
            <p:ph idx="2" type="body"/>
          </p:nvPr>
        </p:nvSpPr>
        <p:spPr>
          <a:xfrm>
            <a:off x="2827113" y="2569931"/>
            <a:ext cx="2385000" cy="19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76" name="Google Shape;276;p46"/>
          <p:cNvSpPr txBox="1"/>
          <p:nvPr>
            <p:ph idx="3" type="body"/>
          </p:nvPr>
        </p:nvSpPr>
        <p:spPr>
          <a:xfrm>
            <a:off x="5368750" y="2579750"/>
            <a:ext cx="2378400" cy="19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77" name="Google Shape;277;p46"/>
          <p:cNvSpPr/>
          <p:nvPr>
            <p:ph idx="4" type="pic"/>
          </p:nvPr>
        </p:nvSpPr>
        <p:spPr>
          <a:xfrm>
            <a:off x="7752125" y="2584175"/>
            <a:ext cx="1266600" cy="20937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4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46"/>
          <p:cNvSpPr txBox="1"/>
          <p:nvPr>
            <p:ph idx="5" type="subTitle"/>
          </p:nvPr>
        </p:nvSpPr>
        <p:spPr>
          <a:xfrm>
            <a:off x="285488" y="1897000"/>
            <a:ext cx="23850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0" name="Google Shape;280;p46"/>
          <p:cNvSpPr txBox="1"/>
          <p:nvPr>
            <p:ph idx="6" type="subTitle"/>
          </p:nvPr>
        </p:nvSpPr>
        <p:spPr>
          <a:xfrm>
            <a:off x="2827113" y="1897000"/>
            <a:ext cx="23850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1" name="Google Shape;281;p46"/>
          <p:cNvSpPr txBox="1"/>
          <p:nvPr>
            <p:ph idx="7" type="subTitle"/>
          </p:nvPr>
        </p:nvSpPr>
        <p:spPr>
          <a:xfrm>
            <a:off x="5368738" y="1897000"/>
            <a:ext cx="23850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2" name="Google Shape;282;p46"/>
          <p:cNvSpPr txBox="1"/>
          <p:nvPr>
            <p:ph idx="8" type="subTitle"/>
          </p:nvPr>
        </p:nvSpPr>
        <p:spPr>
          <a:xfrm>
            <a:off x="407700" y="1388800"/>
            <a:ext cx="11625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83" name="Google Shape;283;p46"/>
          <p:cNvSpPr txBox="1"/>
          <p:nvPr>
            <p:ph idx="9" type="subTitle"/>
          </p:nvPr>
        </p:nvSpPr>
        <p:spPr>
          <a:xfrm>
            <a:off x="2952363" y="1399625"/>
            <a:ext cx="11625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84" name="Google Shape;284;p46"/>
          <p:cNvSpPr txBox="1"/>
          <p:nvPr>
            <p:ph idx="13" type="subTitle"/>
          </p:nvPr>
        </p:nvSpPr>
        <p:spPr>
          <a:xfrm>
            <a:off x="5497038" y="1399625"/>
            <a:ext cx="11625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85" name="Google Shape;285;p46"/>
          <p:cNvSpPr txBox="1"/>
          <p:nvPr>
            <p:ph type="title"/>
          </p:nvPr>
        </p:nvSpPr>
        <p:spPr>
          <a:xfrm>
            <a:off x="139700" y="228600"/>
            <a:ext cx="52425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CUSTOM_6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7"/>
          <p:cNvSpPr txBox="1"/>
          <p:nvPr>
            <p:ph idx="1" type="subTitle"/>
          </p:nvPr>
        </p:nvSpPr>
        <p:spPr>
          <a:xfrm>
            <a:off x="2679700" y="1295400"/>
            <a:ext cx="38013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8" name="Google Shape;288;p47"/>
          <p:cNvSpPr txBox="1"/>
          <p:nvPr>
            <p:ph idx="2" type="body"/>
          </p:nvPr>
        </p:nvSpPr>
        <p:spPr>
          <a:xfrm>
            <a:off x="2679700" y="1744013"/>
            <a:ext cx="25332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9" name="Google Shape;289;p47"/>
          <p:cNvSpPr txBox="1"/>
          <p:nvPr>
            <p:ph idx="3" type="subTitle"/>
          </p:nvPr>
        </p:nvSpPr>
        <p:spPr>
          <a:xfrm>
            <a:off x="139700" y="2570150"/>
            <a:ext cx="2525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0" name="Google Shape;290;p47"/>
          <p:cNvSpPr txBox="1"/>
          <p:nvPr>
            <p:ph idx="4" type="body"/>
          </p:nvPr>
        </p:nvSpPr>
        <p:spPr>
          <a:xfrm>
            <a:off x="139700" y="3059100"/>
            <a:ext cx="25251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1" name="Google Shape;291;p47"/>
          <p:cNvSpPr txBox="1"/>
          <p:nvPr>
            <p:ph idx="5" type="subTitle"/>
          </p:nvPr>
        </p:nvSpPr>
        <p:spPr>
          <a:xfrm>
            <a:off x="2677600" y="2570150"/>
            <a:ext cx="2525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92" name="Google Shape;292;p47"/>
          <p:cNvSpPr txBox="1"/>
          <p:nvPr>
            <p:ph idx="6" type="body"/>
          </p:nvPr>
        </p:nvSpPr>
        <p:spPr>
          <a:xfrm>
            <a:off x="2677600" y="3059100"/>
            <a:ext cx="25251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3" name="Google Shape;293;p47"/>
          <p:cNvSpPr txBox="1"/>
          <p:nvPr>
            <p:ph idx="7" type="subTitle"/>
          </p:nvPr>
        </p:nvSpPr>
        <p:spPr>
          <a:xfrm>
            <a:off x="5210575" y="2570150"/>
            <a:ext cx="2525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4" name="Google Shape;294;p47"/>
          <p:cNvSpPr txBox="1"/>
          <p:nvPr>
            <p:ph idx="8" type="body"/>
          </p:nvPr>
        </p:nvSpPr>
        <p:spPr>
          <a:xfrm>
            <a:off x="5210575" y="3059100"/>
            <a:ext cx="25251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5" name="Google Shape;295;p4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47"/>
          <p:cNvSpPr/>
          <p:nvPr>
            <p:ph idx="9" type="pic"/>
          </p:nvPr>
        </p:nvSpPr>
        <p:spPr>
          <a:xfrm>
            <a:off x="133525" y="1298275"/>
            <a:ext cx="2531400" cy="12780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47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10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8"/>
          <p:cNvSpPr txBox="1"/>
          <p:nvPr>
            <p:ph idx="1" type="body"/>
          </p:nvPr>
        </p:nvSpPr>
        <p:spPr>
          <a:xfrm>
            <a:off x="134950" y="3008128"/>
            <a:ext cx="25251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00" name="Google Shape;300;p48"/>
          <p:cNvSpPr txBox="1"/>
          <p:nvPr>
            <p:ph idx="2" type="body"/>
          </p:nvPr>
        </p:nvSpPr>
        <p:spPr>
          <a:xfrm>
            <a:off x="5215900" y="3008128"/>
            <a:ext cx="25251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01" name="Google Shape;301;p48"/>
          <p:cNvSpPr txBox="1"/>
          <p:nvPr>
            <p:ph idx="3" type="body"/>
          </p:nvPr>
        </p:nvSpPr>
        <p:spPr>
          <a:xfrm>
            <a:off x="2677225" y="1811100"/>
            <a:ext cx="25251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02" name="Google Shape;302;p48"/>
          <p:cNvSpPr txBox="1"/>
          <p:nvPr>
            <p:ph idx="4" type="body"/>
          </p:nvPr>
        </p:nvSpPr>
        <p:spPr>
          <a:xfrm>
            <a:off x="2677600" y="3008128"/>
            <a:ext cx="25251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03" name="Google Shape;303;p48"/>
          <p:cNvSpPr txBox="1"/>
          <p:nvPr>
            <p:ph idx="5" type="subTitle"/>
          </p:nvPr>
        </p:nvSpPr>
        <p:spPr>
          <a:xfrm>
            <a:off x="2672800" y="3858600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4" name="Google Shape;304;p48"/>
          <p:cNvSpPr txBox="1"/>
          <p:nvPr>
            <p:ph idx="6" type="subTitle"/>
          </p:nvPr>
        </p:nvSpPr>
        <p:spPr>
          <a:xfrm>
            <a:off x="2672800" y="4301624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5" name="Google Shape;305;p4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48"/>
          <p:cNvSpPr txBox="1"/>
          <p:nvPr>
            <p:ph idx="7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48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8" name="Google Shape;308;p48"/>
          <p:cNvSpPr/>
          <p:nvPr>
            <p:ph idx="8" type="pic"/>
          </p:nvPr>
        </p:nvSpPr>
        <p:spPr>
          <a:xfrm>
            <a:off x="134350" y="1295850"/>
            <a:ext cx="2529300" cy="1277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48"/>
          <p:cNvSpPr txBox="1"/>
          <p:nvPr>
            <p:ph idx="9" type="subTitle"/>
          </p:nvPr>
        </p:nvSpPr>
        <p:spPr>
          <a:xfrm>
            <a:off x="5211100" y="1295400"/>
            <a:ext cx="25383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48"/>
          <p:cNvSpPr txBox="1"/>
          <p:nvPr>
            <p:ph idx="13" type="subTitle"/>
          </p:nvPr>
        </p:nvSpPr>
        <p:spPr>
          <a:xfrm>
            <a:off x="2672800" y="12954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48"/>
          <p:cNvSpPr txBox="1"/>
          <p:nvPr>
            <p:ph idx="14" type="subTitle"/>
          </p:nvPr>
        </p:nvSpPr>
        <p:spPr>
          <a:xfrm>
            <a:off x="2672800" y="25770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48"/>
          <p:cNvSpPr txBox="1"/>
          <p:nvPr>
            <p:ph idx="15" type="subTitle"/>
          </p:nvPr>
        </p:nvSpPr>
        <p:spPr>
          <a:xfrm>
            <a:off x="130150" y="25770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48"/>
          <p:cNvSpPr txBox="1"/>
          <p:nvPr>
            <p:ph idx="16" type="subTitle"/>
          </p:nvPr>
        </p:nvSpPr>
        <p:spPr>
          <a:xfrm>
            <a:off x="5211100" y="25770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48"/>
          <p:cNvSpPr txBox="1"/>
          <p:nvPr>
            <p:ph idx="17" type="subTitle"/>
          </p:nvPr>
        </p:nvSpPr>
        <p:spPr>
          <a:xfrm>
            <a:off x="139700" y="3858600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15" name="Google Shape;315;p48"/>
          <p:cNvSpPr txBox="1"/>
          <p:nvPr>
            <p:ph idx="18" type="subTitle"/>
          </p:nvPr>
        </p:nvSpPr>
        <p:spPr>
          <a:xfrm>
            <a:off x="139700" y="4301624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16" name="Google Shape;316;p48"/>
          <p:cNvSpPr txBox="1"/>
          <p:nvPr>
            <p:ph idx="19" type="subTitle"/>
          </p:nvPr>
        </p:nvSpPr>
        <p:spPr>
          <a:xfrm>
            <a:off x="5220250" y="3858600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17" name="Google Shape;317;p48"/>
          <p:cNvSpPr txBox="1"/>
          <p:nvPr>
            <p:ph idx="20" type="subTitle"/>
          </p:nvPr>
        </p:nvSpPr>
        <p:spPr>
          <a:xfrm>
            <a:off x="5220250" y="4301624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 1">
  <p:cSld name="CUSTOM_1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9"/>
          <p:cNvSpPr txBox="1"/>
          <p:nvPr>
            <p:ph idx="1" type="body"/>
          </p:nvPr>
        </p:nvSpPr>
        <p:spPr>
          <a:xfrm>
            <a:off x="284550" y="2579575"/>
            <a:ext cx="3655500" cy="12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20" name="Google Shape;320;p4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49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322" name="Google Shape;322;p49"/>
          <p:cNvGrpSpPr/>
          <p:nvPr/>
        </p:nvGrpSpPr>
        <p:grpSpPr>
          <a:xfrm>
            <a:off x="128875" y="-3665"/>
            <a:ext cx="8896225" cy="5148365"/>
            <a:chOff x="128875" y="-3665"/>
            <a:chExt cx="8896225" cy="5148365"/>
          </a:xfrm>
        </p:grpSpPr>
        <p:cxnSp>
          <p:nvCxnSpPr>
            <p:cNvPr id="323" name="Google Shape;323;p49"/>
            <p:cNvCxnSpPr/>
            <p:nvPr/>
          </p:nvCxnSpPr>
          <p:spPr>
            <a:xfrm>
              <a:off x="5212100" y="-3665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4" name="Google Shape;324;p49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5" name="Google Shape;325;p49"/>
            <p:cNvCxnSpPr/>
            <p:nvPr/>
          </p:nvCxnSpPr>
          <p:spPr>
            <a:xfrm>
              <a:off x="7752125" y="1069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6" name="Google Shape;326;p49"/>
            <p:cNvCxnSpPr/>
            <p:nvPr/>
          </p:nvCxnSpPr>
          <p:spPr>
            <a:xfrm>
              <a:off x="5212100" y="22322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7" name="Google Shape;327;p49"/>
            <p:cNvCxnSpPr/>
            <p:nvPr/>
          </p:nvCxnSpPr>
          <p:spPr>
            <a:xfrm>
              <a:off x="5210175" y="386777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8" name="Google Shape;328;p49"/>
            <p:cNvCxnSpPr/>
            <p:nvPr/>
          </p:nvCxnSpPr>
          <p:spPr>
            <a:xfrm>
              <a:off x="5212100" y="257957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9" name="Google Shape;329;p49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0" name="Google Shape;330;p49"/>
          <p:cNvSpPr txBox="1"/>
          <p:nvPr>
            <p:ph idx="2" type="subTitle"/>
          </p:nvPr>
        </p:nvSpPr>
        <p:spPr>
          <a:xfrm>
            <a:off x="284550" y="1291424"/>
            <a:ext cx="36555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1" name="Google Shape;331;p49"/>
          <p:cNvSpPr/>
          <p:nvPr>
            <p:ph idx="3" type="pic"/>
          </p:nvPr>
        </p:nvSpPr>
        <p:spPr>
          <a:xfrm>
            <a:off x="5219000" y="228600"/>
            <a:ext cx="2528400" cy="234690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49"/>
          <p:cNvSpPr/>
          <p:nvPr>
            <p:ph idx="4" type="pic"/>
          </p:nvPr>
        </p:nvSpPr>
        <p:spPr>
          <a:xfrm>
            <a:off x="7757025" y="2584925"/>
            <a:ext cx="1261500" cy="1279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_12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6802699" y="3851249"/>
            <a:ext cx="1292251" cy="129225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50"/>
          <p:cNvSpPr txBox="1"/>
          <p:nvPr>
            <p:ph idx="1" type="subTitle"/>
          </p:nvPr>
        </p:nvSpPr>
        <p:spPr>
          <a:xfrm>
            <a:off x="5372900" y="4200925"/>
            <a:ext cx="14298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6" name="Google Shape;336;p50"/>
          <p:cNvSpPr txBox="1"/>
          <p:nvPr>
            <p:ph idx="2" type="subTitle"/>
          </p:nvPr>
        </p:nvSpPr>
        <p:spPr>
          <a:xfrm>
            <a:off x="5372900" y="4504718"/>
            <a:ext cx="14298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7" name="Google Shape;337;p50"/>
          <p:cNvSpPr txBox="1"/>
          <p:nvPr>
            <p:ph idx="3" type="subTitle"/>
          </p:nvPr>
        </p:nvSpPr>
        <p:spPr>
          <a:xfrm>
            <a:off x="5372900" y="170855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8" name="Google Shape;338;p50"/>
          <p:cNvSpPr txBox="1"/>
          <p:nvPr>
            <p:ph idx="4" type="subTitle"/>
          </p:nvPr>
        </p:nvSpPr>
        <p:spPr>
          <a:xfrm>
            <a:off x="5372900" y="2060150"/>
            <a:ext cx="15975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9" name="Google Shape;339;p50"/>
          <p:cNvSpPr txBox="1"/>
          <p:nvPr>
            <p:ph idx="5" type="subTitle"/>
          </p:nvPr>
        </p:nvSpPr>
        <p:spPr>
          <a:xfrm>
            <a:off x="6953375" y="170855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50"/>
          <p:cNvSpPr txBox="1"/>
          <p:nvPr>
            <p:ph idx="6" type="subTitle"/>
          </p:nvPr>
        </p:nvSpPr>
        <p:spPr>
          <a:xfrm>
            <a:off x="6953375" y="2060150"/>
            <a:ext cx="15975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41" name="Google Shape;341;p50"/>
          <p:cNvCxnSpPr/>
          <p:nvPr/>
        </p:nvCxnSpPr>
        <p:spPr>
          <a:xfrm>
            <a:off x="9023250" y="0"/>
            <a:ext cx="0" cy="5135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50"/>
          <p:cNvCxnSpPr/>
          <p:nvPr/>
        </p:nvCxnSpPr>
        <p:spPr>
          <a:xfrm>
            <a:off x="118800" y="0"/>
            <a:ext cx="0" cy="5135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50"/>
          <p:cNvSpPr txBox="1"/>
          <p:nvPr>
            <p:ph idx="7" type="subTitle"/>
          </p:nvPr>
        </p:nvSpPr>
        <p:spPr>
          <a:xfrm>
            <a:off x="5372900" y="17420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4" name="Google Shape;344;p50"/>
          <p:cNvSpPr txBox="1"/>
          <p:nvPr>
            <p:ph idx="8" type="subTitle"/>
          </p:nvPr>
        </p:nvSpPr>
        <p:spPr>
          <a:xfrm>
            <a:off x="139700" y="1653090"/>
            <a:ext cx="36555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45" name="Google Shape;345;p5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6" name="Google Shape;346;p50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7" name="Google Shape;347;p50"/>
          <p:cNvSpPr txBox="1"/>
          <p:nvPr>
            <p:ph idx="9" type="subTitle"/>
          </p:nvPr>
        </p:nvSpPr>
        <p:spPr>
          <a:xfrm>
            <a:off x="5372900" y="525800"/>
            <a:ext cx="15975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8" name="Google Shape;348;p50"/>
          <p:cNvSpPr txBox="1"/>
          <p:nvPr>
            <p:ph idx="13" type="subTitle"/>
          </p:nvPr>
        </p:nvSpPr>
        <p:spPr>
          <a:xfrm>
            <a:off x="6953375" y="17420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9" name="Google Shape;349;p50"/>
          <p:cNvSpPr txBox="1"/>
          <p:nvPr>
            <p:ph idx="14" type="subTitle"/>
          </p:nvPr>
        </p:nvSpPr>
        <p:spPr>
          <a:xfrm>
            <a:off x="6953375" y="525800"/>
            <a:ext cx="15975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0" name="Google Shape;350;p50"/>
          <p:cNvSpPr txBox="1"/>
          <p:nvPr>
            <p:ph idx="15" type="subTitle"/>
          </p:nvPr>
        </p:nvSpPr>
        <p:spPr>
          <a:xfrm>
            <a:off x="6970400" y="4200925"/>
            <a:ext cx="14298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3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1"/>
          <p:cNvSpPr/>
          <p:nvPr>
            <p:ph idx="2" type="pic"/>
          </p:nvPr>
        </p:nvSpPr>
        <p:spPr>
          <a:xfrm>
            <a:off x="7754350" y="2584475"/>
            <a:ext cx="1263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51"/>
          <p:cNvSpPr/>
          <p:nvPr>
            <p:ph idx="3" type="pic"/>
          </p:nvPr>
        </p:nvSpPr>
        <p:spPr>
          <a:xfrm>
            <a:off x="5212300" y="2584475"/>
            <a:ext cx="1263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5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5" name="Google Shape;355;p51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51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51"/>
          <p:cNvCxnSpPr/>
          <p:nvPr/>
        </p:nvCxnSpPr>
        <p:spPr>
          <a:xfrm>
            <a:off x="9020977" y="1291063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51"/>
          <p:cNvCxnSpPr/>
          <p:nvPr/>
        </p:nvCxnSpPr>
        <p:spPr>
          <a:xfrm>
            <a:off x="128875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51"/>
          <p:cNvSpPr txBox="1"/>
          <p:nvPr>
            <p:ph type="title"/>
          </p:nvPr>
        </p:nvSpPr>
        <p:spPr>
          <a:xfrm>
            <a:off x="139700" y="228600"/>
            <a:ext cx="52425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0" name="Google Shape;360;p51"/>
          <p:cNvSpPr txBox="1"/>
          <p:nvPr>
            <p:ph idx="4" type="title"/>
          </p:nvPr>
        </p:nvSpPr>
        <p:spPr>
          <a:xfrm>
            <a:off x="139700" y="1294075"/>
            <a:ext cx="3800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1" name="Google Shape;361;p51"/>
          <p:cNvSpPr txBox="1"/>
          <p:nvPr>
            <p:ph idx="5" type="title"/>
          </p:nvPr>
        </p:nvSpPr>
        <p:spPr>
          <a:xfrm>
            <a:off x="139700" y="1809275"/>
            <a:ext cx="3800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62" name="Google Shape;362;p51"/>
          <p:cNvSpPr txBox="1"/>
          <p:nvPr>
            <p:ph idx="6" type="title"/>
          </p:nvPr>
        </p:nvSpPr>
        <p:spPr>
          <a:xfrm>
            <a:off x="139700" y="2584475"/>
            <a:ext cx="3800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3" name="Google Shape;363;p51"/>
          <p:cNvSpPr txBox="1"/>
          <p:nvPr>
            <p:ph idx="7" type="title"/>
          </p:nvPr>
        </p:nvSpPr>
        <p:spPr>
          <a:xfrm>
            <a:off x="139700" y="3099675"/>
            <a:ext cx="3800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64" name="Google Shape;364;p51"/>
          <p:cNvSpPr txBox="1"/>
          <p:nvPr>
            <p:ph idx="8" type="title"/>
          </p:nvPr>
        </p:nvSpPr>
        <p:spPr>
          <a:xfrm>
            <a:off x="139700" y="3874875"/>
            <a:ext cx="3800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5" name="Google Shape;365;p51"/>
          <p:cNvSpPr txBox="1"/>
          <p:nvPr>
            <p:ph idx="9" type="title"/>
          </p:nvPr>
        </p:nvSpPr>
        <p:spPr>
          <a:xfrm>
            <a:off x="139700" y="4390075"/>
            <a:ext cx="3800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7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52"/>
          <p:cNvPicPr preferRelativeResize="0"/>
          <p:nvPr/>
        </p:nvPicPr>
        <p:blipFill rotWithShape="1">
          <a:blip r:embed="rId2">
            <a:alphaModFix/>
          </a:blip>
          <a:srcRect b="13328" l="0" r="0" t="10503"/>
          <a:stretch/>
        </p:blipFill>
        <p:spPr>
          <a:xfrm rot="10800000">
            <a:off x="135149" y="1285126"/>
            <a:ext cx="5075876" cy="3866199"/>
          </a:xfrm>
          <a:prstGeom prst="rect">
            <a:avLst/>
          </a:prstGeom>
          <a:noFill/>
          <a:ln>
            <a:noFill/>
          </a:ln>
        </p:spPr>
      </p:pic>
      <p:sp>
        <p:nvSpPr>
          <p:cNvPr descr="A solid green color" id="368" name="Google Shape;368;p52"/>
          <p:cNvSpPr/>
          <p:nvPr/>
        </p:nvSpPr>
        <p:spPr>
          <a:xfrm>
            <a:off x="135138" y="900"/>
            <a:ext cx="1257900" cy="128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descr="A solid blue color" id="369" name="Google Shape;369;p52"/>
          <p:cNvSpPr/>
          <p:nvPr/>
        </p:nvSpPr>
        <p:spPr>
          <a:xfrm>
            <a:off x="5218975" y="-1050"/>
            <a:ext cx="1257900" cy="128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0" name="Google Shape;370;p5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1" name="Google Shape;371;p52"/>
          <p:cNvSpPr txBox="1"/>
          <p:nvPr>
            <p:ph type="title"/>
          </p:nvPr>
        </p:nvSpPr>
        <p:spPr>
          <a:xfrm>
            <a:off x="128875" y="1666875"/>
            <a:ext cx="4922400" cy="324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2" name="Google Shape;372;p52"/>
          <p:cNvSpPr txBox="1"/>
          <p:nvPr>
            <p:ph idx="1" type="subTitle"/>
          </p:nvPr>
        </p:nvSpPr>
        <p:spPr>
          <a:xfrm>
            <a:off x="5305200" y="2579575"/>
            <a:ext cx="3596700" cy="12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73" name="Google Shape;373;p52"/>
          <p:cNvSpPr txBox="1"/>
          <p:nvPr>
            <p:ph idx="2" type="subTitle"/>
          </p:nvPr>
        </p:nvSpPr>
        <p:spPr>
          <a:xfrm>
            <a:off x="5305225" y="3861475"/>
            <a:ext cx="35967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74" name="Google Shape;374;p52"/>
          <p:cNvSpPr/>
          <p:nvPr>
            <p:ph idx="3" type="pic"/>
          </p:nvPr>
        </p:nvSpPr>
        <p:spPr>
          <a:xfrm>
            <a:off x="7757975" y="1297450"/>
            <a:ext cx="1259700" cy="1275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75" name="Google Shape;375;p52"/>
          <p:cNvGrpSpPr/>
          <p:nvPr/>
        </p:nvGrpSpPr>
        <p:grpSpPr>
          <a:xfrm>
            <a:off x="128875" y="0"/>
            <a:ext cx="8894550" cy="5152800"/>
            <a:chOff x="128875" y="0"/>
            <a:chExt cx="8894550" cy="5152800"/>
          </a:xfrm>
        </p:grpSpPr>
        <p:cxnSp>
          <p:nvCxnSpPr>
            <p:cNvPr id="376" name="Google Shape;376;p52"/>
            <p:cNvCxnSpPr/>
            <p:nvPr/>
          </p:nvCxnSpPr>
          <p:spPr>
            <a:xfrm>
              <a:off x="6480997" y="1200"/>
              <a:ext cx="0" cy="258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7" name="Google Shape;377;p52"/>
            <p:cNvCxnSpPr/>
            <p:nvPr/>
          </p:nvCxnSpPr>
          <p:spPr>
            <a:xfrm>
              <a:off x="7752136" y="1200"/>
              <a:ext cx="0" cy="258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8" name="Google Shape;378;p52"/>
            <p:cNvCxnSpPr/>
            <p:nvPr/>
          </p:nvCxnSpPr>
          <p:spPr>
            <a:xfrm>
              <a:off x="5213125" y="2579575"/>
              <a:ext cx="3810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9" name="Google Shape;379;p52"/>
            <p:cNvCxnSpPr/>
            <p:nvPr/>
          </p:nvCxnSpPr>
          <p:spPr>
            <a:xfrm>
              <a:off x="5212100" y="1075"/>
              <a:ext cx="0" cy="513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0" name="Google Shape;380;p52"/>
            <p:cNvCxnSpPr/>
            <p:nvPr/>
          </p:nvCxnSpPr>
          <p:spPr>
            <a:xfrm>
              <a:off x="394015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1" name="Google Shape;381;p52"/>
            <p:cNvCxnSpPr/>
            <p:nvPr/>
          </p:nvCxnSpPr>
          <p:spPr>
            <a:xfrm>
              <a:off x="2669725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2" name="Google Shape;382;p52"/>
            <p:cNvCxnSpPr/>
            <p:nvPr/>
          </p:nvCxnSpPr>
          <p:spPr>
            <a:xfrm>
              <a:off x="13993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3" name="Google Shape;383;p52"/>
            <p:cNvCxnSpPr/>
            <p:nvPr/>
          </p:nvCxnSpPr>
          <p:spPr>
            <a:xfrm>
              <a:off x="128875" y="0"/>
              <a:ext cx="0" cy="5152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4" name="Google Shape;384;p52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5" name="Google Shape;385;p52"/>
            <p:cNvCxnSpPr/>
            <p:nvPr/>
          </p:nvCxnSpPr>
          <p:spPr>
            <a:xfrm>
              <a:off x="128875" y="1291375"/>
              <a:ext cx="889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BLANK_1_1_1_1_1_1_2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53"/>
          <p:cNvPicPr preferRelativeResize="0"/>
          <p:nvPr/>
        </p:nvPicPr>
        <p:blipFill rotWithShape="1">
          <a:blip r:embed="rId2">
            <a:alphaModFix/>
          </a:blip>
          <a:srcRect b="0" l="-14115" r="0" t="239"/>
          <a:stretch/>
        </p:blipFill>
        <p:spPr>
          <a:xfrm rot="-5400000">
            <a:off x="7090639" y="651563"/>
            <a:ext cx="2584673" cy="127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3"/>
          <p:cNvSpPr/>
          <p:nvPr>
            <p:ph idx="2" type="pic"/>
          </p:nvPr>
        </p:nvSpPr>
        <p:spPr>
          <a:xfrm>
            <a:off x="125900" y="-5250"/>
            <a:ext cx="3826500" cy="25848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3"/>
          <p:cNvSpPr/>
          <p:nvPr>
            <p:ph idx="3" type="pic"/>
          </p:nvPr>
        </p:nvSpPr>
        <p:spPr>
          <a:xfrm>
            <a:off x="7756975" y="3876725"/>
            <a:ext cx="1261500" cy="126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53"/>
          <p:cNvSpPr txBox="1"/>
          <p:nvPr>
            <p:ph type="title"/>
          </p:nvPr>
        </p:nvSpPr>
        <p:spPr>
          <a:xfrm>
            <a:off x="125900" y="2579575"/>
            <a:ext cx="6355200" cy="233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"/>
              <a:buNone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391" name="Google Shape;391;p53"/>
          <p:cNvGrpSpPr/>
          <p:nvPr/>
        </p:nvGrpSpPr>
        <p:grpSpPr>
          <a:xfrm>
            <a:off x="128875" y="-1950"/>
            <a:ext cx="8894675" cy="5146650"/>
            <a:chOff x="128875" y="-1950"/>
            <a:chExt cx="8894675" cy="5146650"/>
          </a:xfrm>
        </p:grpSpPr>
        <p:cxnSp>
          <p:nvCxnSpPr>
            <p:cNvPr id="392" name="Google Shape;392;p53"/>
            <p:cNvCxnSpPr/>
            <p:nvPr/>
          </p:nvCxnSpPr>
          <p:spPr>
            <a:xfrm>
              <a:off x="77521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3" name="Google Shape;393;p53"/>
            <p:cNvCxnSpPr/>
            <p:nvPr/>
          </p:nvCxnSpPr>
          <p:spPr>
            <a:xfrm>
              <a:off x="5212100" y="-8"/>
              <a:ext cx="0" cy="1287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4" name="Google Shape;394;p53"/>
            <p:cNvCxnSpPr/>
            <p:nvPr/>
          </p:nvCxnSpPr>
          <p:spPr>
            <a:xfrm>
              <a:off x="3950538" y="-1950"/>
              <a:ext cx="0" cy="2578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5" name="Google Shape;395;p53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6" name="Google Shape;396;p53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7" name="Google Shape;397;p53"/>
            <p:cNvCxnSpPr/>
            <p:nvPr/>
          </p:nvCxnSpPr>
          <p:spPr>
            <a:xfrm flipH="1" rot="10800000">
              <a:off x="3953100" y="1284725"/>
              <a:ext cx="3796800" cy="66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8" name="Google Shape;398;p53"/>
            <p:cNvCxnSpPr/>
            <p:nvPr/>
          </p:nvCxnSpPr>
          <p:spPr>
            <a:xfrm>
              <a:off x="7753950" y="3875875"/>
              <a:ext cx="1269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9" name="Google Shape;399;p53"/>
            <p:cNvCxnSpPr/>
            <p:nvPr/>
          </p:nvCxnSpPr>
          <p:spPr>
            <a:xfrm>
              <a:off x="6481000" y="-1125"/>
              <a:ext cx="0" cy="1288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0" name="Google Shape;400;p53"/>
            <p:cNvCxnSpPr/>
            <p:nvPr/>
          </p:nvCxnSpPr>
          <p:spPr>
            <a:xfrm>
              <a:off x="143975" y="2579575"/>
              <a:ext cx="8876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304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2">
  <p:cSld name="BLANK_1_1_1_1_1_1_1_2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54"/>
          <p:cNvPicPr preferRelativeResize="0"/>
          <p:nvPr/>
        </p:nvPicPr>
        <p:blipFill rotWithShape="1">
          <a:blip r:embed="rId2">
            <a:alphaModFix/>
          </a:blip>
          <a:srcRect b="0" l="1088" r="0" t="0"/>
          <a:stretch/>
        </p:blipFill>
        <p:spPr>
          <a:xfrm>
            <a:off x="128875" y="-6275"/>
            <a:ext cx="90442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4"/>
          <p:cNvSpPr txBox="1"/>
          <p:nvPr>
            <p:ph idx="1" type="subTitle"/>
          </p:nvPr>
        </p:nvSpPr>
        <p:spPr>
          <a:xfrm>
            <a:off x="128875" y="-450"/>
            <a:ext cx="25410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04" name="Google Shape;404;p54"/>
          <p:cNvSpPr txBox="1"/>
          <p:nvPr>
            <p:ph type="title"/>
          </p:nvPr>
        </p:nvSpPr>
        <p:spPr>
          <a:xfrm>
            <a:off x="128125" y="2579575"/>
            <a:ext cx="5346900" cy="233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05" name="Google Shape;405;p5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54"/>
          <p:cNvSpPr/>
          <p:nvPr>
            <p:ph idx="2" type="pic"/>
          </p:nvPr>
        </p:nvSpPr>
        <p:spPr>
          <a:xfrm>
            <a:off x="2673625" y="-3975"/>
            <a:ext cx="1261800" cy="12918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54"/>
          <p:cNvSpPr/>
          <p:nvPr>
            <p:ph idx="3" type="pic"/>
          </p:nvPr>
        </p:nvSpPr>
        <p:spPr>
          <a:xfrm>
            <a:off x="7752125" y="-2225"/>
            <a:ext cx="1264500" cy="38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08" name="Google Shape;408;p54"/>
          <p:cNvGrpSpPr/>
          <p:nvPr/>
        </p:nvGrpSpPr>
        <p:grpSpPr>
          <a:xfrm>
            <a:off x="128875" y="-3350"/>
            <a:ext cx="8890817" cy="5151000"/>
            <a:chOff x="128875" y="-3350"/>
            <a:chExt cx="8894375" cy="5151000"/>
          </a:xfrm>
        </p:grpSpPr>
        <p:cxnSp>
          <p:nvCxnSpPr>
            <p:cNvPr id="409" name="Google Shape;409;p54"/>
            <p:cNvCxnSpPr/>
            <p:nvPr/>
          </p:nvCxnSpPr>
          <p:spPr>
            <a:xfrm>
              <a:off x="6481000" y="-1125"/>
              <a:ext cx="0" cy="5145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0" name="Google Shape;410;p54"/>
            <p:cNvCxnSpPr/>
            <p:nvPr/>
          </p:nvCxnSpPr>
          <p:spPr>
            <a:xfrm>
              <a:off x="7752125" y="-3350"/>
              <a:ext cx="0" cy="5151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1" name="Google Shape;411;p54"/>
            <p:cNvCxnSpPr/>
            <p:nvPr/>
          </p:nvCxnSpPr>
          <p:spPr>
            <a:xfrm>
              <a:off x="6483092" y="3861475"/>
              <a:ext cx="2537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2" name="Google Shape;412;p54"/>
            <p:cNvCxnSpPr/>
            <p:nvPr/>
          </p:nvCxnSpPr>
          <p:spPr>
            <a:xfrm>
              <a:off x="6484267" y="2579575"/>
              <a:ext cx="1268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3" name="Google Shape;413;p54"/>
            <p:cNvCxnSpPr/>
            <p:nvPr/>
          </p:nvCxnSpPr>
          <p:spPr>
            <a:xfrm>
              <a:off x="5212108" y="-616"/>
              <a:ext cx="0" cy="1291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4" name="Google Shape;414;p54"/>
            <p:cNvCxnSpPr/>
            <p:nvPr/>
          </p:nvCxnSpPr>
          <p:spPr>
            <a:xfrm>
              <a:off x="3940162" y="-616"/>
              <a:ext cx="0" cy="1291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5" name="Google Shape;415;p54"/>
            <p:cNvCxnSpPr/>
            <p:nvPr/>
          </p:nvCxnSpPr>
          <p:spPr>
            <a:xfrm>
              <a:off x="2669741" y="-1225"/>
              <a:ext cx="0" cy="12918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6" name="Google Shape;416;p54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7" name="Google Shape;417;p54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8" name="Google Shape;418;p54"/>
            <p:cNvCxnSpPr/>
            <p:nvPr/>
          </p:nvCxnSpPr>
          <p:spPr>
            <a:xfrm>
              <a:off x="128875" y="1291375"/>
              <a:ext cx="7626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421" name="Google Shape;421;p5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6" name="Google Shape;426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9" name="Google Shape;429;p5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0" name="Google Shape;430;p5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35" name="Google Shape;435;p6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440" name="Google Shape;440;p6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1" name="Google Shape;441;p6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4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/>
        </p:txBody>
      </p:sp>
      <p:sp>
        <p:nvSpPr>
          <p:cNvPr id="446" name="Google Shape;446;p6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6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1" name="Google Shape;451;p6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2" name="Google Shape;452;p6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3" name="Google Shape;453;p6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4" name="Google Shape;454;p6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6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8" name="Google Shape;458;p6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9" name="Google Shape;459;p6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62" name="Google Shape;462;p6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3" name="Google Shape;463;p6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4" name="Google Shape;464;p6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5" name="Google Shape;465;p6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8" name="Google Shape;468;p6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9" name="Google Shape;469;p6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70" name="Google Shape;470;p6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6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6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6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6" name="Google Shape;476;p7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7" name="Google Shape;477;p7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8" name="Google Shape;478;p7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9" name="Google Shape;479;p7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80" name="Google Shape;480;p7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1" name="Google Shape;481;p7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2" name="Google Shape;482;p7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3" name="Google Shape;483;p7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6" name="Google Shape;486;p7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9" name="Google Shape;489;p7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7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7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2" name="Google Shape;492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3" name="Google Shape;493;p7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7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7" name="Google Shape;497;p7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7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7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0" name="Google Shape;500;p7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7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2" name="Google Shape;502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3" name="Google Shape;503;p7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4" name="Google Shape;504;p7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5" name="Google Shape;505;p7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7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0" name="Google Shape;510;p7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7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2" name="Google Shape;512;p7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3" name="Google Shape;513;p7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4" name="Google Shape;514;p7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7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6" name="Google Shape;516;p7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7" name="Google Shape;517;p7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8" name="Google Shape;518;p7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128875" y="1291375"/>
            <a:ext cx="3811200" cy="28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type="title"/>
          </p:nvPr>
        </p:nvSpPr>
        <p:spPr>
          <a:xfrm>
            <a:off x="129300" y="2286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2" type="body"/>
          </p:nvPr>
        </p:nvSpPr>
        <p:spPr>
          <a:xfrm>
            <a:off x="4485075" y="1479525"/>
            <a:ext cx="3849900" cy="26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84">
          <p15:clr>
            <a:srgbClr val="E46962"/>
          </p15:clr>
        </p15:guide>
        <p15:guide id="2" pos="81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881">
          <p15:clr>
            <a:srgbClr val="E46962"/>
          </p15:clr>
        </p15:guide>
        <p15:guide id="6" pos="1682">
          <p15:clr>
            <a:srgbClr val="E46962"/>
          </p15:clr>
        </p15:guide>
        <p15:guide id="7" pos="4083">
          <p15:clr>
            <a:srgbClr val="E46962"/>
          </p15:clr>
        </p15:guide>
        <p15:guide id="8" pos="4883">
          <p15:clr>
            <a:srgbClr val="E46962"/>
          </p15:clr>
        </p15:guide>
        <p15:guide id="9" pos="3283">
          <p15:clr>
            <a:srgbClr val="E46962"/>
          </p15:clr>
        </p15:guide>
        <p15:guide id="10" pos="2482">
          <p15:clr>
            <a:srgbClr val="E46962"/>
          </p15:clr>
        </p15:guide>
        <p15:guide id="11" orient="horz" pos="288">
          <p15:clr>
            <a:srgbClr val="E46962"/>
          </p15:clr>
        </p15:guide>
        <p15:guide id="12" orient="horz" pos="2950">
          <p15:clr>
            <a:srgbClr val="E46962"/>
          </p15:clr>
        </p15:guide>
        <p15:guide id="13" orient="horz" pos="1625">
          <p15:clr>
            <a:srgbClr val="E46962"/>
          </p15:clr>
        </p15:guide>
        <p15:guide id="14" orient="horz" pos="2432">
          <p15:clr>
            <a:srgbClr val="E46962"/>
          </p15:clr>
        </p15:guide>
        <p15:guide id="15" orient="horz" pos="813">
          <p15:clr>
            <a:srgbClr val="E46962"/>
          </p15:clr>
        </p15:guide>
        <p15:guide id="16" pos="179">
          <p15:clr>
            <a:srgbClr val="E46962"/>
          </p15:clr>
        </p15:guide>
        <p15:guide id="17" pos="1782">
          <p15:clr>
            <a:srgbClr val="E46962"/>
          </p15:clr>
        </p15:guide>
        <p15:guide id="18" pos="338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1" title="Algorithms-programs-and-programming-languages-Source-shutterstockcom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6909" r="16900" t="0"/>
          <a:stretch/>
        </p:blipFill>
        <p:spPr>
          <a:xfrm>
            <a:off x="5959150" y="2579575"/>
            <a:ext cx="1792975" cy="17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"/>
          <p:cNvSpPr txBox="1"/>
          <p:nvPr>
            <p:ph type="title"/>
          </p:nvPr>
        </p:nvSpPr>
        <p:spPr>
          <a:xfrm>
            <a:off x="0" y="189375"/>
            <a:ext cx="6591300" cy="290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4400"/>
              <a:t>ARCHITECTURE OF ELECTRONIC COMPUTING MACHINE &amp; COMPUTING SYSTEMS</a:t>
            </a:r>
            <a:endParaRPr sz="4400"/>
          </a:p>
        </p:txBody>
      </p:sp>
      <p:sp>
        <p:nvSpPr>
          <p:cNvPr id="525" name="Google Shape;525;p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6" name="Google Shape;526;p1" title="PI_2017.02.08_Algorithms_featured.pn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33868" l="25383" r="42468" t="0"/>
          <a:stretch/>
        </p:blipFill>
        <p:spPr>
          <a:xfrm>
            <a:off x="7752125" y="3861475"/>
            <a:ext cx="1171475" cy="12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"/>
          <p:cNvSpPr txBox="1"/>
          <p:nvPr>
            <p:ph idx="1" type="subTitle"/>
          </p:nvPr>
        </p:nvSpPr>
        <p:spPr>
          <a:xfrm>
            <a:off x="128875" y="3861475"/>
            <a:ext cx="5244000" cy="8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&amp; Presented by: Mirlan Nurbekov, Lecturer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Office hours: Friday 9:00–17:00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AlaToo IT &amp; Business College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Fall 2025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Google Shape;528;p1" title="College_logo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0950" y="892900"/>
            <a:ext cx="1502350" cy="150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a2fbfe97f0_0_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4" name="Google Shape;534;g3a2fbfe97f0_0_1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Bluetooth modules in Arduino</a:t>
            </a:r>
            <a:endParaRPr sz="3600"/>
          </a:p>
        </p:txBody>
      </p:sp>
      <p:pic>
        <p:nvPicPr>
          <p:cNvPr id="535" name="Google Shape;535;g3a2fbfe97f0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125" y="1329475"/>
            <a:ext cx="8169759" cy="3582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aa56fc6594_0_4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1" name="Google Shape;541;g3aa56fc6594_0_42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Bluetooth in everyday life</a:t>
            </a:r>
            <a:endParaRPr sz="3600"/>
          </a:p>
        </p:txBody>
      </p:sp>
      <p:pic>
        <p:nvPicPr>
          <p:cNvPr id="542" name="Google Shape;542;g3aa56fc6594_0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550" y="1290650"/>
            <a:ext cx="7386602" cy="369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aa56fc6594_0_3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8" name="Google Shape;548;g3aa56fc6594_0_36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Bluetooth is …</a:t>
            </a:r>
            <a:endParaRPr sz="3600"/>
          </a:p>
        </p:txBody>
      </p:sp>
      <p:sp>
        <p:nvSpPr>
          <p:cNvPr id="549" name="Google Shape;549;g3aa56fc6594_0_36"/>
          <p:cNvSpPr txBox="1"/>
          <p:nvPr>
            <p:ph idx="4294967295" type="title"/>
          </p:nvPr>
        </p:nvSpPr>
        <p:spPr>
          <a:xfrm>
            <a:off x="221250" y="1620675"/>
            <a:ext cx="8701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short-range wireless communication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works on 2.4 ghz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allows devices to exchange data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used in phones, earphones, cars</a:t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aa56fc6594_0_3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5" name="Google Shape;555;g3aa56fc6594_0_30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Advantages</a:t>
            </a:r>
            <a:r>
              <a:rPr lang="en" sz="3600"/>
              <a:t> of Bluetooth </a:t>
            </a:r>
            <a:endParaRPr sz="3600"/>
          </a:p>
        </p:txBody>
      </p:sp>
      <p:sp>
        <p:nvSpPr>
          <p:cNvPr id="556" name="Google Shape;556;g3aa56fc6594_0_30"/>
          <p:cNvSpPr txBox="1"/>
          <p:nvPr>
            <p:ph idx="4294967295" type="title"/>
          </p:nvPr>
        </p:nvSpPr>
        <p:spPr>
          <a:xfrm>
            <a:off x="221250" y="1620675"/>
            <a:ext cx="87015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Easy to connect</a:t>
            </a:r>
            <a:br>
              <a:rPr lang="en" sz="2500"/>
            </a:b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It does not need internet</a:t>
            </a:r>
            <a:br>
              <a:rPr lang="en" sz="2500"/>
            </a:b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Perfect for small projects</a:t>
            </a:r>
            <a:br>
              <a:rPr lang="en" sz="2500"/>
            </a:b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Low power consumption</a:t>
            </a:r>
            <a:endParaRPr sz="2500"/>
          </a:p>
        </p:txBody>
      </p:sp>
      <p:pic>
        <p:nvPicPr>
          <p:cNvPr id="557" name="Google Shape;557;g3aa56fc6594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8100" y="1620675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aa56fc6594_0_16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3" name="Google Shape;563;g3aa56fc6594_0_164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Safety notes</a:t>
            </a:r>
            <a:endParaRPr sz="3600"/>
          </a:p>
        </p:txBody>
      </p:sp>
      <p:sp>
        <p:nvSpPr>
          <p:cNvPr id="564" name="Google Shape;564;g3aa56fc6594_0_164"/>
          <p:cNvSpPr txBox="1"/>
          <p:nvPr>
            <p:ph idx="4294967295" type="title"/>
          </p:nvPr>
        </p:nvSpPr>
        <p:spPr>
          <a:xfrm>
            <a:off x="284550" y="1727825"/>
            <a:ext cx="87015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Do not power module with more than 5v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Avoid touching pins when pairing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Always use resistor divider on rx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Check connections twice before you power up</a:t>
            </a:r>
            <a:endParaRPr b="1" sz="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aa56fc6594_0_2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0" name="Google Shape;570;g3aa56fc6594_0_24"/>
          <p:cNvSpPr txBox="1"/>
          <p:nvPr>
            <p:ph type="title"/>
          </p:nvPr>
        </p:nvSpPr>
        <p:spPr>
          <a:xfrm>
            <a:off x="284550" y="-68250"/>
            <a:ext cx="80871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Most popular modules for Arduino</a:t>
            </a:r>
            <a:endParaRPr sz="3600"/>
          </a:p>
        </p:txBody>
      </p:sp>
      <p:pic>
        <p:nvPicPr>
          <p:cNvPr id="571" name="Google Shape;571;g3aa56fc6594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6850" y="1365550"/>
            <a:ext cx="4762500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aa56fc6594_0_1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77" name="Google Shape;577;g3aa56fc6594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188" y="294675"/>
            <a:ext cx="8629624" cy="4272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aa56fc6594_0_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3" name="Google Shape;583;g3aa56fc6594_0_0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HC-05 overview</a:t>
            </a:r>
            <a:endParaRPr sz="3600"/>
          </a:p>
        </p:txBody>
      </p:sp>
      <p:sp>
        <p:nvSpPr>
          <p:cNvPr id="584" name="Google Shape;584;g3aa56fc6594_0_0"/>
          <p:cNvSpPr txBox="1"/>
          <p:nvPr>
            <p:ph idx="4294967295" type="title"/>
          </p:nvPr>
        </p:nvSpPr>
        <p:spPr>
          <a:xfrm>
            <a:off x="284550" y="1727825"/>
            <a:ext cx="8701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Master + slave mode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Default baud: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AT mode factory default: 38400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Communication mode usually: 9600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Can connect to other devices</a:t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500"/>
          </a:p>
        </p:txBody>
      </p:sp>
      <p:pic>
        <p:nvPicPr>
          <p:cNvPr id="585" name="Google Shape;585;g3aa56fc659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7275" y="285588"/>
            <a:ext cx="2858775" cy="214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aa56fc6594_0_1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1" name="Google Shape;591;g3aa56fc6594_0_12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HC-06 overview</a:t>
            </a:r>
            <a:endParaRPr sz="3600"/>
          </a:p>
        </p:txBody>
      </p:sp>
      <p:sp>
        <p:nvSpPr>
          <p:cNvPr id="592" name="Google Shape;592;g3aa56fc6594_0_12"/>
          <p:cNvSpPr txBox="1"/>
          <p:nvPr>
            <p:ph idx="4294967295" type="title"/>
          </p:nvPr>
        </p:nvSpPr>
        <p:spPr>
          <a:xfrm>
            <a:off x="284550" y="1727825"/>
            <a:ext cx="87015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Slave-only module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Simple to use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Perfect for simple projects</a:t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500"/>
          </a:p>
        </p:txBody>
      </p:sp>
      <p:pic>
        <p:nvPicPr>
          <p:cNvPr id="593" name="Google Shape;593;g3aa56fc6594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6925" y="1537487"/>
            <a:ext cx="3873574" cy="28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aa56fc6594_0_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9" name="Google Shape;599;g3aa56fc6594_0_6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Bluetooth module pins</a:t>
            </a:r>
            <a:endParaRPr sz="3600"/>
          </a:p>
        </p:txBody>
      </p:sp>
      <p:pic>
        <p:nvPicPr>
          <p:cNvPr id="600" name="Google Shape;600;g3aa56fc6594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3325" y="1392325"/>
            <a:ext cx="499110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aa56fc6594_0_6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6" name="Google Shape;606;g3aa56fc6594_0_69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Bluetooth module pins</a:t>
            </a:r>
            <a:endParaRPr sz="3600"/>
          </a:p>
        </p:txBody>
      </p:sp>
      <p:pic>
        <p:nvPicPr>
          <p:cNvPr id="607" name="Google Shape;607;g3aa56fc6594_0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125" y="1834325"/>
            <a:ext cx="8169760" cy="24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aa56fc6594_0_7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3" name="Google Shape;613;g3aa56fc6594_0_76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Communication type</a:t>
            </a:r>
            <a:endParaRPr sz="3600"/>
          </a:p>
        </p:txBody>
      </p:sp>
      <p:sp>
        <p:nvSpPr>
          <p:cNvPr id="614" name="Google Shape;614;g3aa56fc6594_0_76"/>
          <p:cNvSpPr txBox="1"/>
          <p:nvPr>
            <p:ph idx="4294967295" type="title"/>
          </p:nvPr>
        </p:nvSpPr>
        <p:spPr>
          <a:xfrm>
            <a:off x="284550" y="1727825"/>
            <a:ext cx="87015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Serial communication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Uses baud rate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Same speed must be set on both sides</a:t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aa56fc6594_0_8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0" name="Google Shape;620;g3aa56fc6594_0_85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Pairing process</a:t>
            </a:r>
            <a:endParaRPr sz="3600"/>
          </a:p>
        </p:txBody>
      </p:sp>
      <p:pic>
        <p:nvPicPr>
          <p:cNvPr id="621" name="Google Shape;621;g3aa56fc6594_0_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4925" y="1352125"/>
            <a:ext cx="6534150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aa56fc6594_0_10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7" name="Google Shape;627;g3aa56fc6594_0_103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Pairing process</a:t>
            </a:r>
            <a:endParaRPr sz="3600"/>
          </a:p>
        </p:txBody>
      </p:sp>
      <p:sp>
        <p:nvSpPr>
          <p:cNvPr id="628" name="Google Shape;628;g3aa56fc6594_0_103"/>
          <p:cNvSpPr txBox="1"/>
          <p:nvPr>
            <p:ph idx="4294967295" type="title"/>
          </p:nvPr>
        </p:nvSpPr>
        <p:spPr>
          <a:xfrm>
            <a:off x="284550" y="1727825"/>
            <a:ext cx="8701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Turn bluetooth on in phone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Find “hc-05” or “hc-06”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Enter pairing code (1234 / 0000)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Connected</a:t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aa56fc6594_0_9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4" name="Google Shape;634;g3aa56fc6594_0_97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Wiring hc-05 to arduino</a:t>
            </a:r>
            <a:endParaRPr sz="3600"/>
          </a:p>
        </p:txBody>
      </p:sp>
      <p:sp>
        <p:nvSpPr>
          <p:cNvPr id="635" name="Google Shape;635;g3aa56fc6594_0_97"/>
          <p:cNvSpPr txBox="1"/>
          <p:nvPr>
            <p:ph idx="4294967295" type="title"/>
          </p:nvPr>
        </p:nvSpPr>
        <p:spPr>
          <a:xfrm>
            <a:off x="284550" y="1727825"/>
            <a:ext cx="87015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vcc → 5v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gnd → gnd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tx → rx (pin 0)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rx → tx 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(pin 1, use resistor divider)</a:t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500"/>
          </a:p>
        </p:txBody>
      </p:sp>
      <p:pic>
        <p:nvPicPr>
          <p:cNvPr id="636" name="Google Shape;636;g3aa56fc6594_0_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4838" y="1356750"/>
            <a:ext cx="4651211" cy="282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aa56fc6594_0_9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2" name="Google Shape;642;g3aa56fc6594_0_91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Why rx needs a resistor</a:t>
            </a:r>
            <a:endParaRPr sz="3600"/>
          </a:p>
        </p:txBody>
      </p:sp>
      <p:sp>
        <p:nvSpPr>
          <p:cNvPr id="643" name="Google Shape;643;g3aa56fc6594_0_91"/>
          <p:cNvSpPr txBox="1"/>
          <p:nvPr>
            <p:ph idx="4294967295" type="title"/>
          </p:nvPr>
        </p:nvSpPr>
        <p:spPr>
          <a:xfrm>
            <a:off x="284550" y="1727825"/>
            <a:ext cx="8701500" cy="1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Arduino tx = 5v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HC-05 rx pin expects 3.3v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resistor </a:t>
            </a:r>
            <a:r>
              <a:rPr lang="en" sz="2500"/>
              <a:t>divider</a:t>
            </a:r>
            <a:r>
              <a:rPr lang="en" sz="2500"/>
              <a:t> voltage</a:t>
            </a:r>
            <a:endParaRPr sz="2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aa56fc6594_0_11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9" name="Google Shape;649;g3aa56fc6594_0_117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Voltage divider example</a:t>
            </a:r>
            <a:endParaRPr sz="3600"/>
          </a:p>
        </p:txBody>
      </p:sp>
      <p:sp>
        <p:nvSpPr>
          <p:cNvPr id="650" name="Google Shape;650;g3aa56fc6594_0_117"/>
          <p:cNvSpPr txBox="1"/>
          <p:nvPr>
            <p:ph idx="4294967295" type="title"/>
          </p:nvPr>
        </p:nvSpPr>
        <p:spPr>
          <a:xfrm>
            <a:off x="284550" y="2183225"/>
            <a:ext cx="8701500" cy="1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1k + 2k resistors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converts 5v → 3.3v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protects bluetooth module</a:t>
            </a:r>
            <a:endParaRPr sz="2500"/>
          </a:p>
        </p:txBody>
      </p:sp>
      <p:pic>
        <p:nvPicPr>
          <p:cNvPr id="651" name="Google Shape;651;g3aa56fc6594_0_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295" y="1290650"/>
            <a:ext cx="4431224" cy="198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aa56fc6594_0_12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7" name="Google Shape;657;g3aa56fc6594_0_126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The communication flow</a:t>
            </a:r>
            <a:endParaRPr sz="3600"/>
          </a:p>
        </p:txBody>
      </p:sp>
      <p:sp>
        <p:nvSpPr>
          <p:cNvPr id="658" name="Google Shape;658;g3aa56fc6594_0_126"/>
          <p:cNvSpPr txBox="1"/>
          <p:nvPr>
            <p:ph idx="4294967295" type="title"/>
          </p:nvPr>
        </p:nvSpPr>
        <p:spPr>
          <a:xfrm>
            <a:off x="1222175" y="1687650"/>
            <a:ext cx="6586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phone → bluetooth → arduino → action</a:t>
            </a:r>
            <a:endParaRPr sz="2500"/>
          </a:p>
        </p:txBody>
      </p:sp>
      <p:pic>
        <p:nvPicPr>
          <p:cNvPr id="659" name="Google Shape;659;g3aa56fc6594_0_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325" y="2331850"/>
            <a:ext cx="4586445" cy="257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abcb734a70_0_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5" name="Google Shape;665;g3abcb734a70_0_0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The code </a:t>
            </a:r>
            <a:endParaRPr sz="3600"/>
          </a:p>
        </p:txBody>
      </p:sp>
      <p:sp>
        <p:nvSpPr>
          <p:cNvPr id="666" name="Google Shape;666;g3abcb734a70_0_0"/>
          <p:cNvSpPr txBox="1"/>
          <p:nvPr>
            <p:ph idx="4294967295" type="title"/>
          </p:nvPr>
        </p:nvSpPr>
        <p:spPr>
          <a:xfrm>
            <a:off x="284550" y="1660925"/>
            <a:ext cx="4832100" cy="1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https://github.com/AlaTooMirlanNurbekov/A003_Architecture_of_Computing_Systems/blob/main/0002_codes/0010.ino</a:t>
            </a:r>
            <a:endParaRPr sz="2500"/>
          </a:p>
        </p:txBody>
      </p:sp>
      <p:pic>
        <p:nvPicPr>
          <p:cNvPr id="667" name="Google Shape;667;g3abcb734a7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0175" y="288175"/>
            <a:ext cx="1644349" cy="924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g3abcb734a70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5825" y="436575"/>
            <a:ext cx="2609850" cy="42862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aa56fc6594_0_13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4" name="Google Shape;674;g3aa56fc6594_0_132"/>
          <p:cNvSpPr txBox="1"/>
          <p:nvPr>
            <p:ph type="title"/>
          </p:nvPr>
        </p:nvSpPr>
        <p:spPr>
          <a:xfrm>
            <a:off x="284550" y="-68250"/>
            <a:ext cx="82479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How arduino reads bluetooth data</a:t>
            </a:r>
            <a:endParaRPr sz="3600"/>
          </a:p>
        </p:txBody>
      </p:sp>
      <p:sp>
        <p:nvSpPr>
          <p:cNvPr id="675" name="Google Shape;675;g3aa56fc6594_0_132"/>
          <p:cNvSpPr txBox="1"/>
          <p:nvPr>
            <p:ph idx="4294967295" type="title"/>
          </p:nvPr>
        </p:nvSpPr>
        <p:spPr>
          <a:xfrm>
            <a:off x="284550" y="1727825"/>
            <a:ext cx="8701500" cy="1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Receives characters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Uses serial.read()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Performs action based on input value</a:t>
            </a:r>
            <a:endParaRPr sz="2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aa56fc6594_0_13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1" name="Google Shape;681;g3aa56fc6594_0_138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Example</a:t>
            </a:r>
            <a:endParaRPr sz="3600"/>
          </a:p>
        </p:txBody>
      </p:sp>
      <p:sp>
        <p:nvSpPr>
          <p:cNvPr id="682" name="Google Shape;682;g3aa56fc6594_0_138"/>
          <p:cNvSpPr txBox="1"/>
          <p:nvPr>
            <p:ph idx="4294967295" type="title"/>
          </p:nvPr>
        </p:nvSpPr>
        <p:spPr>
          <a:xfrm>
            <a:off x="284550" y="1727825"/>
            <a:ext cx="8701500" cy="1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Control led using phone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send “1” → led on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send “0” → led off</a:t>
            </a:r>
            <a:endParaRPr sz="2500"/>
          </a:p>
        </p:txBody>
      </p:sp>
      <p:pic>
        <p:nvPicPr>
          <p:cNvPr id="683" name="Google Shape;683;g3aa56fc6594_0_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5048" y="1669550"/>
            <a:ext cx="4018099" cy="301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aa56fc6594_0_14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9" name="Google Shape;689;g3aa56fc6594_0_144"/>
          <p:cNvSpPr txBox="1"/>
          <p:nvPr>
            <p:ph type="title"/>
          </p:nvPr>
        </p:nvSpPr>
        <p:spPr>
          <a:xfrm>
            <a:off x="284550" y="-68250"/>
            <a:ext cx="8859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Master &amp; slave in bluetooth modules</a:t>
            </a:r>
            <a:endParaRPr sz="3600"/>
          </a:p>
        </p:txBody>
      </p:sp>
      <p:sp>
        <p:nvSpPr>
          <p:cNvPr id="690" name="Google Shape;690;g3aa56fc6594_0_144"/>
          <p:cNvSpPr txBox="1"/>
          <p:nvPr>
            <p:ph idx="4294967295" type="title"/>
          </p:nvPr>
        </p:nvSpPr>
        <p:spPr>
          <a:xfrm>
            <a:off x="363600" y="1535238"/>
            <a:ext cx="87015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-Bluetooth communication uses two roles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-Master → the device that starts the connection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-Slave → the device that waits for the master to connect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-Only HC-05 can work as master or slave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aa56fc6594_0_21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6" name="Google Shape;696;g3aa56fc6594_0_214"/>
          <p:cNvSpPr txBox="1"/>
          <p:nvPr>
            <p:ph type="title"/>
          </p:nvPr>
        </p:nvSpPr>
        <p:spPr>
          <a:xfrm>
            <a:off x="284550" y="-68250"/>
            <a:ext cx="8859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Master &amp; slave in bluetooth modules</a:t>
            </a:r>
            <a:endParaRPr sz="3600"/>
          </a:p>
        </p:txBody>
      </p:sp>
      <p:sp>
        <p:nvSpPr>
          <p:cNvPr id="697" name="Google Shape;697;g3aa56fc6594_0_214"/>
          <p:cNvSpPr txBox="1"/>
          <p:nvPr>
            <p:ph idx="4294967295" type="title"/>
          </p:nvPr>
        </p:nvSpPr>
        <p:spPr>
          <a:xfrm>
            <a:off x="363600" y="2041650"/>
            <a:ext cx="8701500" cy="1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-HC-06 can work only as slave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-Arduino usually uses bluetooth in slave mode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-Phone acts as master (it initiates pairing)</a:t>
            </a:r>
            <a:endParaRPr sz="25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aa56fc6594_0_22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3" name="Google Shape;703;g3aa56fc6594_0_220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In simple words it means …</a:t>
            </a:r>
            <a:endParaRPr sz="3600"/>
          </a:p>
        </p:txBody>
      </p:sp>
      <p:sp>
        <p:nvSpPr>
          <p:cNvPr id="704" name="Google Shape;704;g3aa56fc6594_0_220"/>
          <p:cNvSpPr txBox="1"/>
          <p:nvPr>
            <p:ph idx="4294967295" type="title"/>
          </p:nvPr>
        </p:nvSpPr>
        <p:spPr>
          <a:xfrm>
            <a:off x="221250" y="1789100"/>
            <a:ext cx="87015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Master scans for nearby bluetooth devices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It finds the slave module (HC-05 / HC-06)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Pairing happens using pin: 1234 or 0000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aa56fc6594_0_17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0" name="Google Shape;710;g3aa56fc6594_0_170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In simple words it means …</a:t>
            </a:r>
            <a:endParaRPr sz="3600"/>
          </a:p>
        </p:txBody>
      </p:sp>
      <p:sp>
        <p:nvSpPr>
          <p:cNvPr id="711" name="Google Shape;711;g3aa56fc6594_0_170"/>
          <p:cNvSpPr txBox="1"/>
          <p:nvPr>
            <p:ph idx="4294967295" type="title"/>
          </p:nvPr>
        </p:nvSpPr>
        <p:spPr>
          <a:xfrm>
            <a:off x="221250" y="1944400"/>
            <a:ext cx="8701500" cy="1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Master opens the serial link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Both sides can now send and receive data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Only one master can connect to one slave at a time</a:t>
            </a:r>
            <a:endParaRPr b="1" sz="25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aa56fc6594_0_18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7" name="Google Shape;717;g3aa56fc6594_0_184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Limitations</a:t>
            </a:r>
            <a:endParaRPr sz="3600"/>
          </a:p>
        </p:txBody>
      </p:sp>
      <p:sp>
        <p:nvSpPr>
          <p:cNvPr id="718" name="Google Shape;718;g3aa56fc6594_0_184"/>
          <p:cNvSpPr txBox="1"/>
          <p:nvPr>
            <p:ph idx="4294967295" type="title"/>
          </p:nvPr>
        </p:nvSpPr>
        <p:spPr>
          <a:xfrm>
            <a:off x="221250" y="1727825"/>
            <a:ext cx="8701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Limited range (5-8 meters)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Slower than wifi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Connects one device at a time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Cannot stream video/audio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aa56fc6594_0_19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4" name="Google Shape;724;g3aa56fc6594_0_196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Range for Bluetooth modules</a:t>
            </a:r>
            <a:endParaRPr sz="3600"/>
          </a:p>
        </p:txBody>
      </p:sp>
      <p:sp>
        <p:nvSpPr>
          <p:cNvPr id="725" name="Google Shape;725;g3aa56fc6594_0_196"/>
          <p:cNvSpPr txBox="1"/>
          <p:nvPr>
            <p:ph idx="4294967295" type="title"/>
          </p:nvPr>
        </p:nvSpPr>
        <p:spPr>
          <a:xfrm>
            <a:off x="221250" y="1521200"/>
            <a:ext cx="87015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Class 1 </a:t>
            </a:r>
            <a:r>
              <a:rPr lang="en" sz="2500"/>
              <a:t>- 25 to 30 meters - industrial long range adapters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Class 2 </a:t>
            </a:r>
            <a:r>
              <a:rPr lang="en" sz="2500"/>
              <a:t>- 5 to 8 meters - HC-05/HC-06, phone bluetooth modules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Class 3</a:t>
            </a:r>
            <a:r>
              <a:rPr lang="en" sz="2500"/>
              <a:t> - 1 to 2 meters - small wearables</a:t>
            </a:r>
            <a:endParaRPr sz="2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aa56fc6594_0_19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1" name="Google Shape;731;g3aa56fc6594_0_190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Industrial bluetooth modules</a:t>
            </a:r>
            <a:endParaRPr sz="3600"/>
          </a:p>
        </p:txBody>
      </p:sp>
      <p:pic>
        <p:nvPicPr>
          <p:cNvPr id="732" name="Google Shape;732;g3aa56fc6594_0_1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945" y="1677150"/>
            <a:ext cx="4216243" cy="3161550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g3aa56fc6594_0_190"/>
          <p:cNvSpPr txBox="1"/>
          <p:nvPr>
            <p:ph idx="4294967295" type="title"/>
          </p:nvPr>
        </p:nvSpPr>
        <p:spPr>
          <a:xfrm>
            <a:off x="6150725" y="1677138"/>
            <a:ext cx="21363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JDY - 40</a:t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BTM - 112</a:t>
            </a:r>
            <a:br>
              <a:rPr b="1" lang="en" sz="2500"/>
            </a:b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SPP - CA</a:t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WT12</a:t>
            </a:r>
            <a:endParaRPr b="1" sz="25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aa56fc6594_0_20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9" name="Google Shape;739;g3aa56fc6594_0_206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Industrial bluetooth modules</a:t>
            </a:r>
            <a:endParaRPr sz="3600"/>
          </a:p>
        </p:txBody>
      </p:sp>
      <p:pic>
        <p:nvPicPr>
          <p:cNvPr id="740" name="Google Shape;740;g3aa56fc6594_0_2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8588" y="1298550"/>
            <a:ext cx="2913422" cy="369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g3aa56fc6594_0_2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7984" y="1298550"/>
            <a:ext cx="2810491" cy="2810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abcb734a70_0_1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7" name="Google Shape;747;g3abcb734a70_0_13"/>
          <p:cNvSpPr txBox="1"/>
          <p:nvPr>
            <p:ph type="title"/>
          </p:nvPr>
        </p:nvSpPr>
        <p:spPr>
          <a:xfrm>
            <a:off x="321850" y="513775"/>
            <a:ext cx="87015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Key </a:t>
            </a:r>
            <a:r>
              <a:rPr lang="en" sz="3600"/>
              <a:t>characteristics for </a:t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industrial models</a:t>
            </a:r>
            <a:endParaRPr sz="3600"/>
          </a:p>
        </p:txBody>
      </p:sp>
      <p:sp>
        <p:nvSpPr>
          <p:cNvPr id="748" name="Google Shape;748;g3abcb734a70_0_13"/>
          <p:cNvSpPr txBox="1"/>
          <p:nvPr>
            <p:ph idx="4294967295" type="title"/>
          </p:nvPr>
        </p:nvSpPr>
        <p:spPr>
          <a:xfrm>
            <a:off x="221250" y="2033525"/>
            <a:ext cx="87015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Built for industrial environments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Operate under electrical noise, heat, vibration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Support Class 1 Bluetooth (up to 30 meters or more)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More stable and secure pairing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Can handle multi-device communication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Designed for PLCs, robots, sensors, conveyors</a:t>
            </a:r>
            <a:endParaRPr sz="2500"/>
          </a:p>
        </p:txBody>
      </p:sp>
      <p:pic>
        <p:nvPicPr>
          <p:cNvPr id="749" name="Google Shape;749;g3abcb734a70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0800" y="152400"/>
            <a:ext cx="3221950" cy="193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abcb734a70_0_2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5" name="Google Shape;755;g3abcb734a70_0_25"/>
          <p:cNvSpPr txBox="1"/>
          <p:nvPr>
            <p:ph type="title"/>
          </p:nvPr>
        </p:nvSpPr>
        <p:spPr>
          <a:xfrm>
            <a:off x="221250" y="228600"/>
            <a:ext cx="87015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Bluetooth i</a:t>
            </a:r>
            <a:r>
              <a:rPr lang="en" sz="3600"/>
              <a:t>ndustrial models used</a:t>
            </a:r>
            <a:endParaRPr sz="3600"/>
          </a:p>
        </p:txBody>
      </p:sp>
      <p:sp>
        <p:nvSpPr>
          <p:cNvPr id="756" name="Google Shape;756;g3abcb734a70_0_25"/>
          <p:cNvSpPr txBox="1"/>
          <p:nvPr>
            <p:ph idx="4294967295" type="title"/>
          </p:nvPr>
        </p:nvSpPr>
        <p:spPr>
          <a:xfrm>
            <a:off x="128600" y="1324950"/>
            <a:ext cx="87015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Production lines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Assembly robots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Machine monitoring systems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Remote sensors and meters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Warehouse automation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Industrial AGVs / robot vehicles</a:t>
            </a:r>
            <a:endParaRPr sz="2500"/>
          </a:p>
        </p:txBody>
      </p:sp>
      <p:pic>
        <p:nvPicPr>
          <p:cNvPr id="757" name="Google Shape;757;g3abcb734a70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826" y="817075"/>
            <a:ext cx="3464525" cy="230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g3abcb734a70_0_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7588" y="3289375"/>
            <a:ext cx="2466975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aa56fc6594_0_15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4" name="Google Shape;764;g3aa56fc6594_0_158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Self-test questions</a:t>
            </a:r>
            <a:endParaRPr sz="3600"/>
          </a:p>
        </p:txBody>
      </p:sp>
      <p:sp>
        <p:nvSpPr>
          <p:cNvPr id="765" name="Google Shape;765;g3aa56fc6594_0_158"/>
          <p:cNvSpPr txBox="1"/>
          <p:nvPr>
            <p:ph idx="4294967295" type="title"/>
          </p:nvPr>
        </p:nvSpPr>
        <p:spPr>
          <a:xfrm>
            <a:off x="221250" y="1366175"/>
            <a:ext cx="89808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" sz="2500"/>
              <a:t>What is the purpose of rx and tx pins?</a:t>
            </a:r>
            <a:br>
              <a:rPr lang="en" sz="2500"/>
            </a:b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" sz="2500"/>
              <a:t>Why does hc-05 need a voltage divider on rx?</a:t>
            </a:r>
            <a:br>
              <a:rPr lang="en" sz="2500"/>
            </a:b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" sz="2500"/>
              <a:t>What baud rate do bluetooth modules usually use?</a:t>
            </a:r>
            <a:br>
              <a:rPr lang="en" sz="2500"/>
            </a:b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" sz="2500"/>
              <a:t>How do you pair hc-05 with a phone?</a:t>
            </a:r>
            <a:br>
              <a:rPr lang="en" sz="2500"/>
            </a:b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" sz="2500"/>
              <a:t>What does arduino do when it receives “1” from bluetooth?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plate - Blocks">
  <a:themeElements>
    <a:clrScheme name="Simple Light">
      <a:dk1>
        <a:srgbClr val="FDFDFC"/>
      </a:dk1>
      <a:lt1>
        <a:srgbClr val="541301"/>
      </a:lt1>
      <a:dk2>
        <a:srgbClr val="DCDBD1"/>
      </a:dk2>
      <a:lt2>
        <a:srgbClr val="E5765B"/>
      </a:lt2>
      <a:accent1>
        <a:srgbClr val="D6FFD7"/>
      </a:accent1>
      <a:accent2>
        <a:srgbClr val="EBFFEC"/>
      </a:accent2>
      <a:accent3>
        <a:srgbClr val="A9B0FE"/>
      </a:accent3>
      <a:accent4>
        <a:srgbClr val="D5D7FF"/>
      </a:accent4>
      <a:accent5>
        <a:srgbClr val="F4BBAD"/>
      </a:accent5>
      <a:accent6>
        <a:srgbClr val="1B1311"/>
      </a:accent6>
      <a:hlink>
        <a:srgbClr val="A9B0F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